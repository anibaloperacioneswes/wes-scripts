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bm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2219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Resumen por recinto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Recomendaciones y umbrales 24 h  ·  un mall por lámina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DCE6F0"/>
                </a:solidFill>
                <a:latin typeface="Calibri"/>
              </a:rPr>
              <a:t>Período 01/05/2026 – 17/08/2026   |   Emisión 18 agosto 2026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C9A227"/>
                </a:solidFill>
                <a:latin typeface="Calibri"/>
              </a:rPr>
              <a:t>MAE  ·  MAM  ·  MAQ  ·  BOM  ·  AEB  ·  CUR  ·  PAK</a:t>
            </a:r>
          </a:p>
        </p:txBody>
      </p:sp>
      <p:pic>
        <p:nvPicPr>
          <p:cNvPr id="7" name="Picture 6" descr="logo wes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6263640"/>
            <a:ext cx="1234440" cy="273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Estación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Estanque Norte: mantener el control 00:00–05:00. Noche típica 4,8 → 1,1 m³. Es el que más ahorra de los controles MAE.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Pizza Hut: control 01/07 ya operativo. No se propone umbral de madrugada.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Estanque Sur: presostatos reparados el 10/06. Se sostiene en 28 m³/día (−61 m³/día = $2.546.923/mes).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Baños Guardias: control instalado; no está solicitado el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2753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Estanque Norte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48347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40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601468"/>
            <a:ext cx="3529584" cy="82753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56332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Estanque Sur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49031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35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3502151"/>
            <a:ext cx="3529584" cy="82753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57015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Pizza Hut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9715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50 m³/día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4402836"/>
            <a:ext cx="3529584" cy="827531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457699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Baños Públicos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750399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10 m³/día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Estanque Norte (ya operativo): 555 m³/mes = $777.000/mes.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Maipú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Desde el 15/08 se inyecta Falabella, se corta Placa y el mall sale por Falabella.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No se propone on/off ahora: hay que ver a dónde va el consumo de noche en Falabella.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Siguiente paso: reubicar Pasillo Técnico y ARROW (casi no miden) y subdividir la línea de Falabella.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Placa Bancaria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290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502152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5701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Falabella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5547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140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Sin on/off este recinto. Primero partir la línea de Falabella.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Mall Arauco Quilicura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Matriz Principal concentra el recinto (99 % de julio). El día se duplicó desde el 22/06 y se quedó arriba.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Proponer control on/off 00:00–06:00 en Matriz: 21,9 m³/noche típica.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Alim. Baños es uso hábil: no es el problema ni el punto del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Matriz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240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On/off 00–06 en Matriz: 658 m³/mes = $920.640/mes.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Buenaventura (San Ignacio)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Mantener el on/off de San Ignacio 500 (desde 17/07). La madrugada pasó de 32 a 2 m³ y se sostiene.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No se lee como fuga: residual típico ~2 m³. San Ignacio 300 queda en monitoreo.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San Ignacio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145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502152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5701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San Ignacio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5547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45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San Ignacio 500 (ya operativo): 29,7 m³/noche = $1.246.980/mes.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Arauco El Bosque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Matriz A.A. se desactivó el 15/05: el recinto se lee en Matriz 1° piso y Anillo Plaza.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Proponer on/off 00:00–06:00 en los dos puntos. Anillo Plaza subió (mayo 7 → julio 21 m³/día): ¿hay un trabajo en curso?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Anillo Plaza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22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502152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5701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Matriz 1° piso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5547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75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On/off 00–06 en Anillo + Matriz 1° piso: 331 m³/mes = $463.408/mes.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CUR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Arauco Curauma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Anillo Sur anda un poco sobre Norte. Noche típica Sur 0,8 · Norte 0,4 m³.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No se propone control on/off: la diferencia es chica y se sostiene. Los dos cubren el mall.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Anillo Sur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14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502152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557016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Anillo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55476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13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Sin on/off. La noche es chica y no se lee como fuga.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Resumen y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Parque Arauco Kennedy   |   umbral = total 24 h   |   on/off = 00:00–06:00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7818120" cy="4462272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HALLAZGOS  · 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7498079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Sandía Antigua y Sandía Nueva alimentan Distrito de Lujo; de ahí sale a Bazar Gourmet y DL Kennedy. Esos tres no se suman a la cabecera.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D3B66"/>
                </a:solidFill>
                <a:latin typeface="Calibri"/>
              </a:rPr>
              <a:t>•  Proponer on/off 00:00–06:00 en Bazar Gourmet (el que más gasta de noche: 28,9 vs 1,2 m³ de DL Kennedy).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024128"/>
            <a:ext cx="3822191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078992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UMBRALES 24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335024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 activar (total del día)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700784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Distrito de Lujo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41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390 m³/día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901696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956560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Bazar Gourmet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55020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250 m³/día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4102607"/>
            <a:ext cx="3529584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57471"/>
            <a:ext cx="3310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3B66"/>
                </a:solidFill>
                <a:latin typeface="Calibri"/>
              </a:rPr>
              <a:t>DL Kennedy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55932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20 m³/día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632704"/>
            <a:ext cx="11777472" cy="106070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687568"/>
            <a:ext cx="1147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AHORRO  ·  ON/OFF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907024"/>
            <a:ext cx="11475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D3B66"/>
                </a:solidFill>
                <a:latin typeface="Calibri"/>
              </a:rPr>
              <a:t>On/off 00–06 en Bazar Gourmet: 867 m³/mes = $1.213.800/mes.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Umbral = promedio operativo × 1,25. No se ofrece umbral de noche.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