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bm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46120"/>
            <a:ext cx="12191695" cy="36118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WES  ·  Parque Arauco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22191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Propuesta: on/off y umbrales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Qué pedimos en cada recinto  ·  ahorro de madrugada y umbral del día (24 h)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DCE6F0"/>
                </a:solidFill>
                <a:latin typeface="Calibri"/>
              </a:rPr>
              <a:t>Período 01/05/2026 – 17/08/2026   |   Emisión 18 agosto 2026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C9A227"/>
                </a:solidFill>
                <a:latin typeface="Calibri"/>
              </a:rPr>
              <a:t>MAE  ·  MAM  ·  MAQ  ·  BOM  ·  AEB  ·  CUR  ·  PAK</a:t>
            </a:r>
          </a:p>
        </p:txBody>
      </p:sp>
      <p:pic>
        <p:nvPicPr>
          <p:cNvPr id="7" name="Picture 6" descr="logo wes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6263640"/>
            <a:ext cx="1234440" cy="2736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Propuesta por recinto  ·  on/off y umbrales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Umbral = total de las 24 h (promedio operativo × 1,25)  ·  On/off = corte 00:00–06:00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78377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024128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MAE  ·  Mall Arauco Estación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207008"/>
            <a:ext cx="11521440" cy="509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On/off: Estanque Norte ya operativo (05/08, 00:00–05:00) 4,8 → 1,1 m³ = 555 m³/mes = $777.000/mes. Pizza Hut control 01/07.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Umbrales 24 h: Norte 40  ·  Sur 35  ·  Pizza Hut 50  ·  Baños 10 m³/día.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" y="1817043"/>
            <a:ext cx="11777472" cy="78377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853619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MAM  ·  Mall Arauco Maipú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2036499"/>
            <a:ext cx="11521440" cy="509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On/off: no se propone corte ahora. Desde el 15/08 el mall sale por Falabella. Siguiente paso: partir esa línea para ver a dónde va la noche.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Umbrales 24 h: Placa Bancaria 290  ·  Falabella 140 m³/día.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" y="2646534"/>
            <a:ext cx="11777472" cy="78377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2683110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MAQ  ·  Mall Arauco Quilicura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2865990"/>
            <a:ext cx="11521440" cy="509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On/off a proponer 00–06 en Matriz Principal: 21,9 m³/noche = 658 m³/mes = $920.640/mes.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Umbral 24 h: Matriz Principal 240 m³/día.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" y="3476026"/>
            <a:ext cx="11777472" cy="78377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351260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BOM  ·  Buenaventura (San Ignacio)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3695482"/>
            <a:ext cx="11521440" cy="509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On/off: San Ignacio 500 ya operativo desde 17/07. Ahorro 29,7 m³/noche = 891 m³/mes = $1.246.980/mes.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Umbrales 24 h: San Ignacio 500 145  ·  San Ignacio 300 45 m³/día.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4305517"/>
            <a:ext cx="11777472" cy="78377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4342093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AEB  ·  Arauco El Bosque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4524973"/>
            <a:ext cx="11521440" cy="509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On/off a proponer 00–06 en Anillo Plaza (4,3 m³) y Matriz 1° piso (6,8 m³): 11 m³/noche = 331 m³/mes = $463.408/mes.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Umbrales 24 h: Anillo Plaza 22  ·  Matriz 1° piso 75 m³/día.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5135009"/>
            <a:ext cx="11777472" cy="78377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5171585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CUR  ·  Arauco Curauma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5354465"/>
            <a:ext cx="11521440" cy="509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On/off: no se propone. Noche típica Sur 0,8 · Norte 0,4 m³. Es chica; no se lee como fuga.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Umbrales 24 h: Anillo Sur 14  ·  Anillo Norte 13 m³/día.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" y="5964500"/>
            <a:ext cx="11777472" cy="78377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6001076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PAK  ·  Parque Arauco Kennedy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" y="6183956"/>
            <a:ext cx="11521440" cy="509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On/off a proponer 00–06 en Bazar Gourmet (28,9 vs 1,2 m³ de DL Kennedy): 28,9 m³/noche = 867 m³/mes = $1.213.800/mes.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Umbrales 24 h: Distrito de Lujo 390  ·  Bazar Gourmet 250  ·  DL Kennedy 20 m³/día.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