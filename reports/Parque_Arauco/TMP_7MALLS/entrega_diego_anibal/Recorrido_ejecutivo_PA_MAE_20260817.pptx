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Empezamos por MAE  ·  Mall Arauco Estación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WES   |   Mall Arauco Estación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Estanque Norte Locales 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Estanque Norte — 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Baños públicos del recinto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Local Pizza Hut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Sala de Bomba 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Sala de bomba — estanque sur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20/10/2025  ·  Capacitación 18/02/2025  ·  Usuarios: medioambiente.dcl@parauco.com  ·  Sala de monitores MAE  ·  Sergio Fuenzalida — Analista Gestión Ambiental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4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115568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371600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El recinto sumó 3.074 m³. Peso de cada equipo en el total: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2011680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0848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359152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889504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96265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323697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767328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84048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4114800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4645152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7183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992624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5.107 m³   ·   Junio 3.179 m³   ·   Julio 3.074 m³   ·   Agosto 1–17: 1.701 m³   ·   Proyección agosto: 3.101 m³ (100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3.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Controles nocturnos: noche con control ≠ fuga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05840"/>
            <a:ext cx="11777472" cy="102412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60704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16736"/>
            <a:ext cx="11475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No es fuga residual: la baja quedó en el dato diario.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121408"/>
            <a:ext cx="5285232" cy="35844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1762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lo que se consiguió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450592"/>
            <a:ext cx="5010912" cy="303580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121408"/>
            <a:ext cx="6364224" cy="35844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176272"/>
            <a:ext cx="6108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(la baja post 10/06)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450592"/>
            <a:ext cx="6108192" cy="30358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79008"/>
            <a:ext cx="117043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(01/07): noche típica 0,1 → 0 m³. El control sostiene el cero. El 26–29/07 la noche volvió (~40 m³); no entra a la mediana.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(05/08): 4,8 → 1,1 m³/noche (ahorro 3,7 m³/noche; 48 m³ en 13 noches). Esa madrugada no se lee como fuga.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Estanque Sur: corte on/off a cargo de mantención nocturna (no automático). Noche con control: no se lee como fuga.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