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hallazgos  ·  PAK cadena Sandía / Distrito de Lujo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Julio (31 noches): Distrito de Lujo mediana 42,6 m³  ·  Bazar Gourmet 28,7 m³  ·  DL Kennedy 1,3 m³. Ejemplo 10/08 00–06: Distrito de Lujo 41,2 m³  ·  Bazar 28,2 m³  ·  DL Kennedy 0,9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Propuesta: instalar control nocturno en Distrito de Lujo (tronco). De madrugada, Bazar Gourmet sigue al tronco y DL Kennedy queda residual. Cortar el tronco corta el caudal de noche del Distrito de Lujo.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