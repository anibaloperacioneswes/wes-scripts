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La segunda lámina (hallazgos) la armamos mall por mall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444752"/>
            <a:ext cx="27157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729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36207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7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7" y="1444752"/>
            <a:ext cx="27157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16568" y="1024128"/>
            <a:ext cx="28803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080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8610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12267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40870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22875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59451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4547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748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748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488" y="1444752"/>
            <a:ext cx="21214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444752"/>
            <a:ext cx="21214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02368" y="1060704"/>
            <a:ext cx="212140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02368" y="1243584"/>
            <a:ext cx="2121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02368" y="1444752"/>
            <a:ext cx="212140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67712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52732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922422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5899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8203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77132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61370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3674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31843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6841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9145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86553"/>
            <a:ext cx="3419856" cy="61813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2312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4617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no entra en julio: activo desde el 11/08.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444752"/>
            <a:ext cx="56875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Principal concentra el recinto; Baños es consumo de uso hábil.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1444752"/>
            <a:ext cx="56875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control 16/07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1444752"/>
            <a:ext cx="568756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volumen; 300 queda en monitoreo.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024128"/>
            <a:ext cx="585216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7" y="1060704"/>
            <a:ext cx="56875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1243584"/>
            <a:ext cx="5687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1865376"/>
            <a:ext cx="7717536" cy="3777531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47088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29967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6771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304288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9031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904487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4106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22708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31.150   ·   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Anillo Norte y Anillo Sur cubren el recinto.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7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729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44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6207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7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16568" y="1024128"/>
            <a:ext cx="28803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8" y="1060704"/>
            <a:ext cx="27157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1243584"/>
            <a:ext cx="27157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627632"/>
            <a:ext cx="38709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" y="1664208"/>
            <a:ext cx="37063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" y="1847088"/>
            <a:ext cx="3706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3568" y="1627632"/>
            <a:ext cx="38709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5008" y="1664208"/>
            <a:ext cx="37063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5008" y="1847088"/>
            <a:ext cx="3706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25968" y="1627632"/>
            <a:ext cx="3870960" cy="53035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664208"/>
            <a:ext cx="370636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847088"/>
            <a:ext cx="37063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1168" y="2267712"/>
            <a:ext cx="7973568" cy="3346703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340864"/>
            <a:ext cx="7717536" cy="3777531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8302752" y="2267712"/>
            <a:ext cx="3675887" cy="334670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8" y="2322576"/>
            <a:ext cx="34198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2505456"/>
            <a:ext cx="34198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743200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77977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A0783C"/>
                </a:solidFill>
                <a:latin typeface="Calibri"/>
              </a:rPr>
              <a:t>Sandía Antigua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2895721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142923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17949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45C26"/>
                </a:solidFill>
                <a:latin typeface="Calibri"/>
              </a:rPr>
              <a:t>Sandía Nueva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29544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3542646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3579222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46648C"/>
                </a:solidFill>
                <a:latin typeface="Calibri"/>
              </a:rPr>
              <a:t>Locales Gast.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3695168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3942370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397894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8C5A5A"/>
                </a:solidFill>
                <a:latin typeface="Calibri"/>
              </a:rPr>
              <a:t>Matriz Andén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409489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30768" y="4342093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40496" y="4378669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508282"/>
                </a:solidFill>
                <a:latin typeface="Calibri"/>
              </a:rPr>
              <a:t>Pileta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40496" y="449461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30768" y="4741817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40496" y="4778393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Restaurante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0496" y="4894339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30768" y="5141540"/>
            <a:ext cx="3419856" cy="36314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0496" y="5178116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40496" y="5294062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Totales de cabecera. DL, Bazar y Kennedy no se suman (doble conteo).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