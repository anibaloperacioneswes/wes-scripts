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AEB Anillo  ·  CUR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1548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8776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6004" y="1115568"/>
            <a:ext cx="27660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NORTE  ·  CONTROL 05/08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 (control 05/08, 00:00–05:00): noche típica 4,8 → 1,1 m³, ahorro 3,7 m³. × 5 h de control × 30 días = 555 m³/mes = $777.000/mes (tarifa $1.400/m³). Es el que más ahorra de los controles MAE.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 Estanque Sur: presostatos 10/06 (−61 m³/día, $2.546.923/mes) y corte on/off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8102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1884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5667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9449" y="1115568"/>
            <a:ext cx="217261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1" name="Picture 10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4" name="Picture 13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Pregunta para el recinto: el alza de Anillo Plaza (mayo 7 → julio 21 m³/día) ¿se está trabajando? Agosto baja a 13 m³/día, pero sigue sobre mayo.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Plaza 22 m³/día (julio 21; el 09/07 llegó a 58). Matriz 1° piso 75 m³/día (agosto ~58 × 1,25).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8776" y="111556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Anillo Norte y Sur desde el 19/05 (mayo no se grafica). Lámina 2: diferencia, noche y umbral.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2. Anillo Sur y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Diferencia chica  ·  noche 00–06  ·  umbral del 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Anillo Sur anda un poco sobre Norte: julio 54 % vs 46 % (unos 1,5 m³/día). Los dos cubren el mall; la diferencia es chica y se sostiene.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los dos anillos</a:t>
            </a:r>
          </a:p>
        </p:txBody>
      </p:sp>
      <p:pic>
        <p:nvPicPr>
          <p:cNvPr id="11" name="Picture 10" descr="cur_noches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 ·  promedio mes  ·  Sur un poco sobre Norte</a:t>
            </a:r>
          </a:p>
        </p:txBody>
      </p:sp>
      <p:pic>
        <p:nvPicPr>
          <p:cNvPr id="14" name="Picture 13" descr="cur_dia_sur_no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Noche típica 00–06: Sur 0,8 m³  ·  Norte 0,4 m³. La madrugada sigue el mismo patrón chico; no se lee como fuga.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Sur 14 m³/día (junio–agosto ~11 × 1,25). Anillo Norte 13 m³/día (junio–agosto ~10 × 1,25).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cadena DL)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115568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810512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Sandía Antigua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Sandía Nueva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Locales Gast.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Pileta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Restaurante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Cascada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Distrito de Lujo, Bazar y DL Kennedy no se suman (lámina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