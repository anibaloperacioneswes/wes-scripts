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Empezamos por MAE  ·  Mall Arauco Estación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PPT aparte de las fichas  ·  un tema por lámina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1. Equipos instalados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4 puntos activos WES   |   Mall Arauco Estación   |   Recepción 20/10/2025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" y="1078992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435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Estanque Norte Locales 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Estanque Norte — locales mall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078992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2435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554480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286000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Baños públicos del recinto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6032" y="3246120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1071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21608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453128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Local Pizza Hut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3246120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41071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721608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Sala de Bomba Estanque Sur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453128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Sala de bomba — estanque sur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6032" y="5394960"/>
            <a:ext cx="1168603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550468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RECINTO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" y="5779008"/>
            <a:ext cx="11338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Recepción 20/10/2025  ·  Capacitación 18/02/2025  ·  Usuarios: medioambiente.dcl@parauco.com  ·  Sala de monitores MAE  ·  Sergio Fuenzalida — Analista Gestión Ambiental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2. Consumo mensualizado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Suma de los 4 puntos WES   |   01/05/2026 – 17/08/2026   |   Agosto: a la fecha vs proyección al 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7973568" cy="4617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115568"/>
            <a:ext cx="7680960" cy="37596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02752" y="1024128"/>
            <a:ext cx="3675887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8" y="1115568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0768" y="1371600"/>
            <a:ext cx="341985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El recinto sumó 3.074 m³. Peso de cada equipo en el total: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30768" y="2011680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58784" y="208483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58784" y="2359152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2889504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58784" y="2962656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58784" y="3236976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3767328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58784" y="3840480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58784" y="4114800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4645152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58784" y="4718304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58784" y="4992624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" y="5742432"/>
            <a:ext cx="11887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Mayo 5.107 m³   ·   Junio 3.179 m³   ·   Julio 3.074 m³   ·   Agosto 1–17: 1.701 m³   ·   Proyección agosto: 3.101 m³ (100 m³/día × 31).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Dorado = lo que agosto ya lleva. Tramo claro = proyección del resto del mes. 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3.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Estanque Norte: control nocturno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ESTANQUE SUR  ·  PRESÓSTATOS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75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El 10/06 se repararon los presostatos. El estanque venía en 89 m³/día (mayo–9/jun) y ese día ya marca 39 m³. Desde el 11/06 se sostiene en 28 m³/día (−61 m³/día, 68%). A $1.400/m³: $84.897/día  ·  $2.546.923/mes  ·  acumulado 11/06–17/08: $5.688.128 (4.063 m³ en 67 días).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249424"/>
            <a:ext cx="528523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3042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CONTROLES NOCTURNOS — noche típica antes vs con control</a:t>
            </a:r>
          </a:p>
        </p:txBody>
      </p:sp>
      <p:pic>
        <p:nvPicPr>
          <p:cNvPr id="12" name="Picture 11" descr="mae_controles_noctur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560320"/>
            <a:ext cx="5010912" cy="2926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249424"/>
            <a:ext cx="636422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304288"/>
            <a:ext cx="6108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y costo evitado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560320"/>
            <a:ext cx="6108192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779008"/>
            <a:ext cx="117043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Norte (control 05/08): noche típica 4,8 → 1,1 m³. Ahorro 3,7 m³/noche ($5.194/noche · $155.820/mes). En 13 noches: 48 m³ = $67.522 (tarifa $1.400/m³).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Pizza Hut: control desde el 01/07. Estanque Sur: corte on/off de mantención nocturna.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