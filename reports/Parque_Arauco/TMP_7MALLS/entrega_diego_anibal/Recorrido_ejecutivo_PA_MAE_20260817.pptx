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MAE · Estación   ·   MAM · Maipú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6664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1060704"/>
            <a:ext cx="266547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261872"/>
            <a:ext cx="266547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1463040"/>
            <a:ext cx="266547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77540" y="1024128"/>
            <a:ext cx="286664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87268" y="1060704"/>
            <a:ext cx="266547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7268" y="1261872"/>
            <a:ext cx="266547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024128"/>
            <a:ext cx="286664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060704"/>
            <a:ext cx="266547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261872"/>
            <a:ext cx="266547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463040"/>
            <a:ext cx="266547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0284" y="1024128"/>
            <a:ext cx="286664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0012" y="1060704"/>
            <a:ext cx="266547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0012" y="1261872"/>
            <a:ext cx="266547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47088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48256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340864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414016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68833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14553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218688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49300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95020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4023360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2976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5488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828032"/>
            <a:ext cx="3200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10235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 — Analista Gestión Ambiental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236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47088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48256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35915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39572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6151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99923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30358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63931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6758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953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7939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3159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5354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91947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5604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755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