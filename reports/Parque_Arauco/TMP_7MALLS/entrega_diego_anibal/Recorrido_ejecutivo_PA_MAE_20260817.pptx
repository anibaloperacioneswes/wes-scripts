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q_matriz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Umbrales: diario 240 m³/día (julio ~193). Noche 15 m³: el mall está cerrado y hoy la madrugada anda en 22 m³.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Buena medida: poner un control on/off de madrugada en Matriz. La gráfica de la derecha lo muestra: ~22 m³/noche, unos 659 m³/mes si se corta el caudal inhábil.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volumen; 300 queda en monitoreo.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08282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