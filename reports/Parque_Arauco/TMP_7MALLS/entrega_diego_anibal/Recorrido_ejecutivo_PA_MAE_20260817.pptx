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MAE · Estación   ·   MAM · Maipú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5 puntos activos WES   |   Mall Arauco Maipú   |   Recepción 06/11/2025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3749039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207007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1499616"/>
            <a:ext cx="34198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286000"/>
            <a:ext cx="34198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Placa bancaria del recinto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9663" y="1078992"/>
            <a:ext cx="3749039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5" y="1207007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5" y="1499616"/>
            <a:ext cx="34198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Impulsión Ripley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2286000"/>
            <a:ext cx="34198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Impulsión Ripley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078992"/>
            <a:ext cx="3749039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207007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499616"/>
            <a:ext cx="3419856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Impulsión Falabella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286000"/>
            <a:ext cx="34198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Activo desde 11/08/2026 (OC / cambio de equipo)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032" y="3182112"/>
            <a:ext cx="5742432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" y="3310128"/>
            <a:ext cx="5413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" y="3602736"/>
            <a:ext cx="541324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Matriz Pasillo Técnico Boulevard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" y="4389120"/>
            <a:ext cx="54132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Matriz pasillo técnico Boulevard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182112"/>
            <a:ext cx="5742432" cy="19385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3310128"/>
            <a:ext cx="54132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3602736"/>
            <a:ext cx="541324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Salida de emergencia pasillo 1 ARROW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389120"/>
            <a:ext cx="541324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Salida de emergencia pasillo 1 ARROW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06/11/2025  ·  Capacitación 14/11/2025  ·  Usuarios: Miguel Rupayan — Encargado de Operaciones  ·  Constanza Vilches — Analista Ambiental  ·  Equipo Mantención: C. Bustamante, O. Cuevas y Supervisor Eléctrico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5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078992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298448"/>
            <a:ext cx="34198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m³. Peso de cada equipo: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1719072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1764792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011679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468879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514599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2761487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218687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264407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3511295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968496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014215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261104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0 %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0768" y="4718304"/>
            <a:ext cx="3419856" cy="7132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58784" y="4764024"/>
            <a:ext cx="31638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8784" y="5010912"/>
            <a:ext cx="31638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0 m³    0 %  ·  activo 11/08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7.511 m³   ·   Junio 10.014 m³   ·   Julio 10.356 m³   ·   Agosto 1–17: 4.165 m³   ·   Proyección agosto: 7.595 m³ (245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Junio sube por Placa Bancaria (salto 18/06). Falabella no entra en julio: activo desde el 11/08.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