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Lámina 2: MAE hallazgos  ·  PAK cadena Sandía / Distrito de Lujo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1548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1548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004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6004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48102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8102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1884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884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884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5667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5667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5667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9449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9449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9449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no entra en julio: activo desde el 11/08.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Alim. Baños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Principal concentra el recinto; Baños es consumo de uso hábil.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volumen; 300 queda en monitoreo.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Matriz 1° piso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Plaza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Relocalizado en enero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Anillo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Anillo Norte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se dejó Baños y Matriz Principal. Anillo Norte y Sur con lectura correcta desde el 19/05 (mayo no se grafica).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27, 35 y 36)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7860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5604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1092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1168" y="2432304"/>
            <a:ext cx="7973568" cy="318211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3" y="2487168"/>
            <a:ext cx="7164176" cy="3072383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8302752" y="2432304"/>
            <a:ext cx="3675887" cy="318211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2478024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264261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30768" y="285292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0496" y="288036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A0783C"/>
                </a:solidFill>
                <a:latin typeface="Calibri"/>
              </a:rPr>
              <a:t>Sandía Antigua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0496" y="299886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30768" y="323697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40496" y="326440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77B4"/>
                </a:solidFill>
                <a:latin typeface="Calibri"/>
              </a:rPr>
              <a:t>Sandía Nueva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0496" y="338291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30768" y="3621024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40496" y="3648456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6648C"/>
                </a:solidFill>
                <a:latin typeface="Calibri"/>
              </a:rPr>
              <a:t>Locales Gast.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0496" y="3766962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30768" y="4005072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0496" y="4032504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Matriz Andén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0496" y="4151010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30768" y="4389120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0496" y="4416552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08282"/>
                </a:solidFill>
                <a:latin typeface="Calibri"/>
              </a:rPr>
              <a:t>Pileta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0496" y="4535058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30768" y="477316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40496" y="480060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45C26"/>
                </a:solidFill>
                <a:latin typeface="Calibri"/>
              </a:rPr>
              <a:t>Restaurante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0496" y="491910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30768" y="515721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40496" y="518464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0496" y="530315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27, 35 y 36 no se suman: cadena Sandía → DL (lámina 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Sandía Antigua y Sandía Nueva alimentan Distrito de Lujo  ·  se divide en Bazar Gourmet y DL Kennedy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51206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Sandía Antigua y Sandía Nueva alimentan Distrito de Lujo. Desde ahí el caudal se divide en Bazar Gourmet y DL Kennedy. Por eso esos tres puntos no se suman a la cabecera: sería doble conteo.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91056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700784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de Lujo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6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1664208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2157984"/>
            <a:ext cx="5833872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21945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4" name="Picture 23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72616"/>
            <a:ext cx="5650992" cy="25186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63056" y="2157984"/>
            <a:ext cx="5815584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219456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m³ de madrugada (00:00–06:00)</a:t>
            </a:r>
          </a:p>
        </p:txBody>
      </p:sp>
      <p:pic>
        <p:nvPicPr>
          <p:cNvPr id="27" name="Picture 26" descr="pak_cadena_noches_j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76691"/>
            <a:ext cx="5632704" cy="2510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10/08 00–06: Distrito de Lujo 41,2 m³  ·  Bazar 28,2 + DL Kennedy 0,9 = 29,1 m³. Quedan 12,1 m³ en el tronco que no aparecen en esos dos ramales. En julio esa diferencia de madrugada es estable (mediana 13,1 m³/noche; Bazar + Kennedy cubren 71 % del tronco).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No asignamos ese hueco a un destino: no está en Bazar ni en DL Kennedy. Propuesta: control nocturno en Distrito de Lujo (tronco). Cortar el tronco corta Bazar, DL Kennedy y también ese caudal no ramaleado.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