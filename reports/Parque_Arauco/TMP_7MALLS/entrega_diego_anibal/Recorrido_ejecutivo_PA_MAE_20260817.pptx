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hallazgos  ·  MAM Placa Bancaria  ·  PAK cadena Sandía / DL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