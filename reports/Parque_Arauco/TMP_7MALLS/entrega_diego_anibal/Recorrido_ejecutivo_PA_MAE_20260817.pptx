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hallazgos  ·  PAK cadena Sandía / Distrito de Lujo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51560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99616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51560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51560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99616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51560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99616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99616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99616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no entra en julio: activo desde el 11/08.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51560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51560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99616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Principal concentra el recinto; Baños es consumo de uso hábil.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51560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51560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99616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volumen; 300 queda en monitoreo.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51560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51560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51560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51560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07008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07008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07008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08176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07008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08176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51560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07008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636776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66420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819656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4950" y="1636776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48102" y="166420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8102" y="1819656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48732" y="1636776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166420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1884" y="1819656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1884" y="2020824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22515" y="1636776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5667" y="166420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95667" y="1819656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95667" y="2020824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96297" y="1636776"/>
            <a:ext cx="2300630" cy="56692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69449" y="166420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9449" y="1819656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9449" y="2020824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276856"/>
            <a:ext cx="7973568" cy="333755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627" y="2331720"/>
            <a:ext cx="7526649" cy="3227831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276856"/>
            <a:ext cx="3675887" cy="3337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322576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487168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697480"/>
            <a:ext cx="3419856" cy="36967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724912"/>
            <a:ext cx="3200400" cy="155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852745"/>
            <a:ext cx="3200400" cy="192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103734"/>
            <a:ext cx="3419856" cy="36967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131166"/>
            <a:ext cx="3200400" cy="155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258999"/>
            <a:ext cx="3200400" cy="192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509989"/>
            <a:ext cx="3419856" cy="36967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537421"/>
            <a:ext cx="3200400" cy="155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665254"/>
            <a:ext cx="3200400" cy="192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3916244"/>
            <a:ext cx="3419856" cy="36967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3943676"/>
            <a:ext cx="3200400" cy="155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071509"/>
            <a:ext cx="3200400" cy="192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22499"/>
            <a:ext cx="3419856" cy="36967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349931"/>
            <a:ext cx="3200400" cy="155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08282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477764"/>
            <a:ext cx="3200400" cy="192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28754"/>
            <a:ext cx="3419856" cy="36967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756186"/>
            <a:ext cx="3200400" cy="155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884019"/>
            <a:ext cx="3200400" cy="192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35009"/>
            <a:ext cx="3419856" cy="36967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62441"/>
            <a:ext cx="3200400" cy="155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290274"/>
            <a:ext cx="3200400" cy="192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22 + 28 alimentan 000025-27  ·  27 se divide en 35 y 36  ·  no entran a cabecera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7132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(000025-22) y Sandía Nueva (000025-28) alimentan 000025-27 (Distrito de Lujo). Desde 27 el caudal se divide en 000025-35 (Bazar Gourmet) y 000025-36 (DL Kennedy). Por eso 27, 35 y 36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92224"/>
            <a:ext cx="1975104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81051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9933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7712" y="1792224"/>
            <a:ext cx="1975104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40864" y="181051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19933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36592" y="1792224"/>
            <a:ext cx="1975104" cy="53035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181051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19933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  ·  tronco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1792224"/>
            <a:ext cx="1975104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81051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90688" y="19933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1792224"/>
            <a:ext cx="1975104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57232" y="181051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57232" y="19933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1920240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2816" y="1920240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1920240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" y="2432304"/>
            <a:ext cx="5833872" cy="310896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246888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9" name="Picture 28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809776"/>
            <a:ext cx="5650992" cy="2518606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163056" y="2432304"/>
            <a:ext cx="5815584" cy="310896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1072" y="246888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Agosto · m³ de madrugada (00:00–06:00)</a:t>
            </a:r>
          </a:p>
        </p:txBody>
      </p:sp>
      <p:pic>
        <p:nvPicPr>
          <p:cNvPr id="32" name="Picture 31" descr="pak_cadena_noches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813851"/>
            <a:ext cx="5632704" cy="2510456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10/08 noche 00–06: Distrito de Lujo 41,2 m³  ·  Bazar 28,2 m³  ·  DL Kennedy 0,9 m³. Julio: 27 = 9.669 m³  ·  35 = 6.256 m³  ·  36 = 503 m³.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Propuesta: instalar control nocturno en 000025-27 (tronco). De madrugada, Bazar (35) sigue a 27 y DL Kennedy (36) queda residual. Cortar 27 corta el caudal de noche del Distrito de Lujo.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