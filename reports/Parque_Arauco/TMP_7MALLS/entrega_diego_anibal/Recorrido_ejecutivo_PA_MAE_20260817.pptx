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La segunda lámina (hallazgos) la armamos mall por mall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444752"/>
            <a:ext cx="27157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729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7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7" y="1444752"/>
            <a:ext cx="27157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165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88919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8610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12267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4087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22875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59451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4547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444752"/>
            <a:ext cx="21214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444752"/>
            <a:ext cx="21214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8" y="1444752"/>
            <a:ext cx="21214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884121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67712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5273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922422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5899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8203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77132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6137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3674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31843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6841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9145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86553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2312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4617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444752"/>
            <a:ext cx="56875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88919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444752"/>
            <a:ext cx="56875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control 16/07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1444752"/>
            <a:ext cx="56875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88919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88919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88919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7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44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165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627632"/>
            <a:ext cx="38709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1664208"/>
            <a:ext cx="37063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1847088"/>
            <a:ext cx="3706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3568" y="1627632"/>
            <a:ext cx="38709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5008" y="1664208"/>
            <a:ext cx="37063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5008" y="1847088"/>
            <a:ext cx="3706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5968" y="1627632"/>
            <a:ext cx="38709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664208"/>
            <a:ext cx="37063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847088"/>
            <a:ext cx="3706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1168" y="2267712"/>
            <a:ext cx="7973568" cy="3346703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340864"/>
            <a:ext cx="7717536" cy="3904585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8302752" y="2267712"/>
            <a:ext cx="3675887" cy="33467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8" y="2322576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250545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743200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77977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2895721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142923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17949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45C26"/>
                </a:solidFill>
                <a:latin typeface="Calibri"/>
              </a:rPr>
              <a:t>Sandía Nueva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29544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3542646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357922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3695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3942370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397894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40948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30768" y="4342093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0496" y="437866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0496" y="449461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30768" y="4741817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7839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Restaurante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0496" y="489433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30768" y="5141540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0496" y="517811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0496" y="529406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No se suman 000025-27 (Distrito de Lujo) ni 35 y 36 (subdivisión de Sandía Antigua).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