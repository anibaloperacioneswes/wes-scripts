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BOM SI500  ·  AEB Anillo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q_matriz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Umbrales: diario 240 m³/día (julio ~193). Noche 15 m³: el mall está cerrado y hoy la madrugada anda en 22 m³.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Buena medida: poner un control on/off de madrugada en Matriz. La gráfica de la derecha lo muestra: ~22 m³/noche, unos 659 m³/mes si se corta el caudal inhábil.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1" name="Picture 10" descr="bom_si500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4" name="Picture 13" descr="bom_si500_ahor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7554"/>
            <a:ext cx="5632704" cy="250810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 Umbrales a activar: San Ignacio 500 diario 145 m³/día (agosto ~115) y noche 8 m³ (avisa si el corte se cae). San Ignacio 300: alerta de umbral noche 4 m³.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Plaza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Matriz A.A. desactivada 15/05. Lámina 2: alza Anillo y umbrales.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2. Anillo Plaza y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Matriz A.A. desactivada 15/05  ·  alza Anillo  ·  umbrales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A.A. se desactivó el 15/05: desde ese día el recinto se lee en Matriz 1° piso y Anillo Plaza. Anillo Plaza subió (mayo 7 → junio 15 → julio 21 m³/día; pico 58 el 09/07). Agosto 13: ¿hay un trabajo en curso?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ANILLO PLAZA  ·  promedio día vs noche</a:t>
            </a:r>
          </a:p>
        </p:txBody>
      </p:sp>
      <p:pic>
        <p:nvPicPr>
          <p:cNvPr id="11" name="Picture 10" descr="aeb_anillo_dia_noc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MATRIZ 1° PISO  ·  promedio día vs noche</a:t>
            </a:r>
          </a:p>
        </p:txBody>
      </p:sp>
      <p:pic>
        <p:nvPicPr>
          <p:cNvPr id="14" name="Picture 13" descr="aeb_matriz_dia_no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Pregunta para el recinto: el alza de Anillo Plaza (mayo 7 → julio 21 m³/día) ¿se está trabajando? Agosto baja a 13 m³/día, pero sigue sobre mayo.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del día): Anillo Plaza 22 m³/día (julio 21; el 09/07 llegó a 58). Matriz 1° piso 75 m³/día (agosto ~58 × 1,25).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