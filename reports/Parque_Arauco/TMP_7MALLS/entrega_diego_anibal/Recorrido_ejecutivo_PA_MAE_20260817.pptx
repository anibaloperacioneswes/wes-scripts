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Empezamos por MAE  ·  Mall Arauco Estación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PPT aparte de las fichas  ·  un tema por lámina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1. Equipos instalados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activos WES   |   Mall Arauco Estación   |   Recepción 20/10/2025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Estanque Norte Locales 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Estanque Norte — 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Baños públicos del recinto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0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Local Pizza Hut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Sala de Bomba Estanque Sur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Sala de bomba — estanque sur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6032" y="5394960"/>
            <a:ext cx="1168603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550468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RECINTO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5779008"/>
            <a:ext cx="11338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Recepción 20/10/2025  ·  Capacitación 18/02/2025  ·  Usuarios: medioambiente.dcl@parauco.com  ·  Sala de monitores MAE  ·  Sergio Fuenzalida — Analista Gestión Ambiental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2. Consumo mensualizado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Suma de los 4 puntos WES   |   01/05/2026 – 17/08/2026   |   Agosto: a la fecha vs proyección al 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7973568" cy="4617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115568"/>
            <a:ext cx="7680960" cy="37596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02752" y="1024128"/>
            <a:ext cx="3675887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115568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1371600"/>
            <a:ext cx="341985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El recinto sumó 3.074 m³. Peso de cada equipo en el total: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30768" y="2011680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58784" y="208483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2359152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2889504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58784" y="2962656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58784" y="3236976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3767328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58784" y="3840480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8784" y="4114800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4645152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58784" y="4718304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58784" y="4992624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" y="5742432"/>
            <a:ext cx="11887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Mayo 5.107 m³   ·   Junio 3.179 m³   ·   Julio 3.074 m³   ·   Agosto 1–17: 1.701 m³   ·   Proyección agosto: 3.101 m³ (100 m³/día × 31).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Dorado = lo que agosto ya lleva. Tramo claro = proyección del resto del mes. 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3.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Control nocturno: horas en cero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05840"/>
            <a:ext cx="11777472" cy="102412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60704"/>
            <a:ext cx="11475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16736"/>
            <a:ext cx="114757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No es fuga residual: la baja quedó en el dato diario.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121408"/>
            <a:ext cx="5285232" cy="358444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1762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NORTE — horas en cero (desde 05/08)</a:t>
            </a:r>
          </a:p>
        </p:txBody>
      </p:sp>
      <p:pic>
        <p:nvPicPr>
          <p:cNvPr id="12" name="Picture 11" descr="mae_horas_en_c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450592"/>
            <a:ext cx="5010912" cy="303580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121408"/>
            <a:ext cx="6364224" cy="358444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176272"/>
            <a:ext cx="6108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(la baja post 10/06)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450592"/>
            <a:ext cx="6108192" cy="30358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79008"/>
            <a:ext cx="1170432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en cero 02:00–05:00 (13 noches). Algunos días el cero parte desde las 00:00 (p. ej. 05/08).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Pizza Hut (control 01/07): en cero 00:00–06:00. Estanque Sur: corte on/off de mantención nocturna.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