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MAE · Estación   ·   MAM · Maipú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PPT aparte de las fichas  ·  un tema por lámina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1. Equipos instalados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4 puntos activos WES   |   Mall Arauco Estación   |   Recepción 20/10/2025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Estanque Norte Locales 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Estanque Norte — 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078992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243584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554480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Baños públicos del recinto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60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Local Pizza Hut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246120"/>
            <a:ext cx="5742432" cy="19933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410712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21608"/>
            <a:ext cx="5349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D3B66"/>
                </a:solidFill>
                <a:latin typeface="Calibri"/>
              </a:rPr>
              <a:t>Sala de Bomba Estanque Sur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53128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Sala de bomba — estanque sur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6032" y="5394960"/>
            <a:ext cx="1168603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550468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RECINTO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" y="5779008"/>
            <a:ext cx="11338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Recepción 20/10/2025  ·  Capacitación 18/02/2025  ·  Usuarios: medioambiente.dcl@parauco.com  ·  Sala de monitores MAE  ·  Sergio Fuenzalida — Analista Gestión Ambiental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2. Consumo mensualizado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Suma de los 4 puntos WES   |   01/05/2026 – 17/08/2026   |   Agosto: a la fecha vs proyección al 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7973568" cy="461772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115568"/>
            <a:ext cx="7680960" cy="37596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02752" y="1024128"/>
            <a:ext cx="3675887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115568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1371600"/>
            <a:ext cx="341985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El recinto sumó 3.074 m³. Peso de cada equipo en el total: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30768" y="2011680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58784" y="208483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58784" y="2359152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2889504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58784" y="2962656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58784" y="3236976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3767328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58784" y="3840480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58784" y="4114800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4645152"/>
            <a:ext cx="3419856" cy="80467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58784" y="4718304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58784" y="4992624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" y="5742432"/>
            <a:ext cx="11887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Mayo 5.107 m³   ·   Junio 3.179 m³   ·   Julio 3.074 m³   ·   Agosto 1–17: 1.701 m³   ·   Proyección agosto: 3.101 m³ (100 m³/día × 31).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Dorado = lo que agosto ya lleva. Tramo claro = proyección del resto del mes. 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3.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60704"/>
            <a:ext cx="21214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261872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0048" y="1060704"/>
            <a:ext cx="21214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1261872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7488" y="1060704"/>
            <a:ext cx="21214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7488" y="1261872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1463040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4928" y="1060704"/>
            <a:ext cx="21214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261872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1463040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092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02368" y="1060704"/>
            <a:ext cx="21214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2368" y="1261872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02368" y="1463040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865376"/>
            <a:ext cx="7717536" cy="3777531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1847088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048256"/>
            <a:ext cx="3419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2359152"/>
            <a:ext cx="3419856" cy="6035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0496" y="239572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26151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999232"/>
            <a:ext cx="3419856" cy="6035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30358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325526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639312"/>
            <a:ext cx="3419856" cy="6035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67588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89534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4279392"/>
            <a:ext cx="3419856" cy="6035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431596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453542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4919472"/>
            <a:ext cx="3419856" cy="6035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495604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517550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no entra en julio: activo desde el 11/08.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