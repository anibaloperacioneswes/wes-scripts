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Control nocturno: horas en cero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NORTE — horas en cero (desde 05/08)</a:t>
            </a:r>
          </a:p>
        </p:txBody>
      </p:sp>
      <p:pic>
        <p:nvPicPr>
          <p:cNvPr id="12" name="Picture 11" descr="mae_horas_en_c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79008"/>
            <a:ext cx="117043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en cero 02:00–05:00 (13 noches). Algunos días el cero parte desde las 00:00 (p. ej. 05/08).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Pizza Hut (control 01/07): en cero 00:00–06:00. Estanque Sur: corte on/off de mantención nocturna.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