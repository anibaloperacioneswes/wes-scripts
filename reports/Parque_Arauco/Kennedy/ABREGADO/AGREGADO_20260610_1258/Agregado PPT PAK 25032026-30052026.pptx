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Kennedy</a:t>
            </a:r>
          </a:p>
          <a:p>
            <a:pPr algn="ctr">
              <a:defRPr sz="1800"/>
            </a:pPr>
            <a:r>
              <a:t>Período analizado: 25/03/2026 - 30/05/2026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67 días de consumo hídrico revela patrones críticos y detección de fuga significativa. Se registró un pico de consumo el 28/04/2026 (569,6 m³), un -63,8% por encima del promedio. Se detectaron 363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105.297,5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1.572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569,6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363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20.717,6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(19,7%)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67 días consumo Noc. de 67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84.412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(80,2%)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$25.834.879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$105.261.707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Kennedy, ordenado de mayor a menor consumo. El monitoreo con mayor consumo durante el período fue 'Distrito de lujo DL' con 27.661,2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27.661,2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6.041,6 m³ (21,8%)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67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21.592,9 m³ (78,1%)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$7.533.858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$26.926.363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Sandia Antigua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25.546,4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5.580,2 m³ (21,8%)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67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19.952,4 m³ (78,1%)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$6.958.479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$24.880.674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BAZAR GOURMET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16.942,3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3.817,8 m³ (22,5%)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61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13.105,9 m³ (77,4%)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$4.760.792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$16.343.112</a:t>
            </a:r>
          </a:p>
        </p:txBody>
      </p:sp>
      <p:pic>
        <p:nvPicPr>
          <p:cNvPr id="23" name="Picture 22" descr="temp_consumo_horario_max_000025-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Sandia Nueva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16.208,9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3.359,9 m³ (20,7%)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67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12.832,6 m³ (79,2%)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$4.189.794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$16.002.253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8.827,3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1.062,2 m³ (12%)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66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7.766 m³ (88%)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$1.324.577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$9.684.188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8.050,1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535,9 m³ (6,7%)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66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7.511,9 m³ (93,3%)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$668.281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$9.367.325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DL KENNEDY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1.032,2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99,8 m³ (9,7%)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61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932,3 m³ (90,3%)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$124.415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$1.162.613</a:t>
            </a:r>
          </a:p>
        </p:txBody>
      </p:sp>
      <p:pic>
        <p:nvPicPr>
          <p:cNvPr id="23" name="Picture 22" descr="temp_consumo_horario_max_000025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875,7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157,6 m³ (18%)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44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717,9 m³ (82%)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$196.548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$895.250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86,4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25,2 m³ (29,1%)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67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61,3 m³ (70,9%)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$31.371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$76.382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 m³ (31,4%)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67 días de 67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46 m³ (68,6%)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$26.228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$57.308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