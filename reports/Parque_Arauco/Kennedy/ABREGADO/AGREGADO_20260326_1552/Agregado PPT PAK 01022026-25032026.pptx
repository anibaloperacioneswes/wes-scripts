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Kennedy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07/02/2026 (1.147,1 m³), un -48% por encima del promedio. Se detectaron 251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116.902,6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2.206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1.147,1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25.176,6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(21,5%)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91.726,1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(78,5%)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$31.395.158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$114.382.384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Kennedy, ordenado de mayor a menor consumo. El monitoreo con mayor consumo durante el período fue 'Distrito de lujo DL' con 44.430,9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44.430,9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10.990,4 m³ (24,7%)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33.440,5 m³ (75,3%)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$13.705.029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$41.700.304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39.884,4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9.846,7 m³ (24,7%)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30.037,7 m³ (75,3%)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$12.278.835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$37.457.012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13.361,5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2.062,1 m³ (15,4%)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11.299,4 m³ (84,6%)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$2.571.439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$14.090.352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10.124,1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1.224,4 m³ (12,1%)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8.899,7 m³ (87,9%)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$1.526.827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$11.097.926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6.841,8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495,6 m³ (7,2%)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6.346,2 m³ (92,8%)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$618.013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$7.913.711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1.982,5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526,4 m³ (26,6%)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1.456,1 m³ (73,4%)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$656.408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$1.815.757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140,8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3,1 m³ (2,2%)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137,7 m³ (97,8%)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$3.866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$171.774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108,5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27,6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80,8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$34.476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$100.761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25,9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0,6 m³ (2,4%)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25,3 m³ (97,6%)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$31.537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2,2 m³ (99,5%)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$2.731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Notas operativas del período analizado (PAK)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1) Punto Baño 6 Varones (000025-26):</a:t>
            </a:r>
          </a:p>
          <a:p>
            <a:pPr>
              <a:defRPr sz="1600"/>
            </a:pPr>
            <a:r>
              <a:t>- Entre el 04-03-2026 y el 18-03-2026 el punto estuvo apagado por desconexión del equipo por terceras personas.</a:t>
            </a:r>
          </a:p>
          <a:p>
            <a:pPr>
              <a:defRPr sz="1600"/>
            </a:pPr>
            <a:r>
              <a:t>- Se reporta una condición similar entre el 14-03-2026 y el 26-03-2026.</a:t>
            </a:r>
          </a:p>
          <a:p>
            <a:pPr>
              <a:defRPr sz="2000" b="1"/>
            </a:pPr>
            <a:r>
              <a:t>2) Punto DL (000025-27):</a:t>
            </a:r>
          </a:p>
          <a:p>
            <a:pPr>
              <a:defRPr sz="1600"/>
            </a:pPr>
            <a:r>
              <a:t>- El 11-03-2026 se detectó una desconfiguración del espesor de tubería en el medidor ultrasónico.</a:t>
            </a:r>
          </a:p>
          <a:p>
            <a:pPr>
              <a:defRPr sz="1600"/>
            </a:pPr>
            <a:r>
              <a:t>- Desde esa corrección en adelante, el monitoreo se realiza de forma correcta.</a:t>
            </a:r>
          </a:p>
          <a:p>
            <a:pPr>
              <a:defRPr sz="2000" b="1"/>
            </a:pPr>
            <a:r>
              <a:t>3) Sala de Bombas Sandía Antigua:</a:t>
            </a:r>
          </a:p>
          <a:p>
            <a:pPr>
              <a:defRPr sz="1600"/>
            </a:pPr>
            <a:r>
              <a:t>- Se reporta la misma condición de desconfiguración y posterior corrección operativa que en el punto DL.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