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9" d="100"/>
          <a:sy n="89" d="100"/>
        </p:scale>
        <p:origin x="12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Kennedy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07/02/2026 (1.147,1 m³), un -54,7% por encima del promedio. Se detectaron 135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55" y="3307222"/>
            <a:ext cx="3735365" cy="3228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70.864,6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2.531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1.147,1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135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15.170,2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(21,4%)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55.691,4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(78,6%)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$18.917.227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$69.447.188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5088" y="4663440"/>
            <a:ext cx="3620212" cy="21295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Kennedy, ordenado de mayor a menor consumo. El monitoreo con mayor consumo durante el período fue 'Distrito de lujo DL' con 28.303,5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Distrito de lujo DL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28.303,5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6.809,7 m³ (24,1%)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21.493,8 m³ (75,9%)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$8.491.696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$26.802.769</a:t>
            </a:r>
          </a:p>
        </p:txBody>
      </p:sp>
      <p:pic>
        <p:nvPicPr>
          <p:cNvPr id="23" name="Picture 22" descr="temp_consumo_horario_max_000025-2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931" y="4297679"/>
            <a:ext cx="2287069" cy="1829655"/>
          </a:xfrm>
          <a:prstGeom prst="rect">
            <a:avLst/>
          </a:prstGeom>
        </p:spPr>
      </p:pic>
      <p:pic>
        <p:nvPicPr>
          <p:cNvPr id="24" name="Picture 23" descr="temp_consumo_horario_min_000025-2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901" y="4297679"/>
            <a:ext cx="2197099" cy="1757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Sandia Baños 2-3-6-7 Fredo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25.449,5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6.114,6 m³ (24%)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19.334,9 m³ (76%)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$7.624.906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$24.110.620</a:t>
            </a:r>
          </a:p>
        </p:txBody>
      </p:sp>
      <p:pic>
        <p:nvPicPr>
          <p:cNvPr id="23" name="Picture 22" descr="temp_consumo_horario_max_000025-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2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Mall 1 Piso-4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6.683,8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1.019,8 m³ (15,3%)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5.664 m³ (84,7%)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$1.271.691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$7.063.008</a:t>
            </a:r>
          </a:p>
        </p:txBody>
      </p:sp>
      <p:pic>
        <p:nvPicPr>
          <p:cNvPr id="23" name="Picture 22" descr="temp_consumo_horario_max_000025-2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6839" y="4297679"/>
            <a:ext cx="2351161" cy="1880929"/>
          </a:xfrm>
          <a:prstGeom prst="rect">
            <a:avLst/>
          </a:prstGeom>
        </p:spPr>
      </p:pic>
      <p:pic>
        <p:nvPicPr>
          <p:cNvPr id="24" name="Picture 23" descr="temp_consumo_horario_min_000025-2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0342" y="4340410"/>
            <a:ext cx="2233658" cy="17869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Matriz Principal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5.499,4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635,7 m³ (11,6%)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4.863,7 m³ (88,4%)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$792.718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$6.065.034</a:t>
            </a:r>
          </a:p>
        </p:txBody>
      </p:sp>
      <p:pic>
        <p:nvPicPr>
          <p:cNvPr id="23" name="Picture 22" descr="temp_consumo_horario_max_000025-2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250" y="4297680"/>
            <a:ext cx="2297750" cy="1838200"/>
          </a:xfrm>
          <a:prstGeom prst="rect">
            <a:avLst/>
          </a:prstGeom>
        </p:spPr>
      </p:pic>
      <p:pic>
        <p:nvPicPr>
          <p:cNvPr id="24" name="Picture 23" descr="temp_consumo_horario_min_000025-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23161" y="4314772"/>
            <a:ext cx="2212293" cy="176983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Ander3-4 Locales Gast.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3.707,9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281,2 m³ (7,6%)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3.426,7 m³ (92,4%)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$350.656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$4.273.095</a:t>
            </a:r>
          </a:p>
        </p:txBody>
      </p:sp>
      <p:pic>
        <p:nvPicPr>
          <p:cNvPr id="23" name="Picture 22" descr="temp_consumo_horario_max_000025-2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931" y="4297679"/>
            <a:ext cx="2287069" cy="1829655"/>
          </a:xfrm>
          <a:prstGeom prst="rect">
            <a:avLst/>
          </a:prstGeom>
        </p:spPr>
      </p:pic>
      <p:pic>
        <p:nvPicPr>
          <p:cNvPr id="24" name="Picture 23" descr="temp_consumo_horario_min_000025-2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151" y="4297679"/>
            <a:ext cx="2228849" cy="17830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Anden 3-4 Restaurante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1.077,2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290,1 m³ (26,9%)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787,1 m³ (73,1%)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$361.730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$981.476</a:t>
            </a:r>
          </a:p>
        </p:txBody>
      </p:sp>
      <p:pic>
        <p:nvPicPr>
          <p:cNvPr id="23" name="Picture 22" descr="temp_consumo_horario_max_000025-2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931" y="4297679"/>
            <a:ext cx="2287069" cy="1829655"/>
          </a:xfrm>
          <a:prstGeom prst="rect">
            <a:avLst/>
          </a:prstGeom>
        </p:spPr>
      </p:pic>
      <p:pic>
        <p:nvPicPr>
          <p:cNvPr id="24" name="Picture 23" descr="temp_consumo_horario_min_000025-2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5151" y="4297679"/>
            <a:ext cx="2228849" cy="178307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 Cascada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76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17,8 m³ (23,4%)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58,2 m³ (76,6%)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$22.159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$72.575</a:t>
            </a:r>
          </a:p>
        </p:txBody>
      </p:sp>
      <p:pic>
        <p:nvPicPr>
          <p:cNvPr id="23" name="Picture 22" descr="temp_consumo_horario_max_000025-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931" y="4297679"/>
            <a:ext cx="2287069" cy="1829655"/>
          </a:xfrm>
          <a:prstGeom prst="rect">
            <a:avLst/>
          </a:prstGeom>
        </p:spPr>
      </p:pic>
      <p:pic>
        <p:nvPicPr>
          <p:cNvPr id="24" name="Picture 23" descr="temp_consumo_horario_min_000025-2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072" y="4297680"/>
            <a:ext cx="2190928" cy="17527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Llenado Pileta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47,2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 m³ (4,3%)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29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45,2 m³ (95,7%)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$2.506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$56.402</a:t>
            </a:r>
          </a:p>
        </p:txBody>
      </p:sp>
      <p:pic>
        <p:nvPicPr>
          <p:cNvPr id="23" name="Picture 22" descr="temp_consumo_horario_max_000025-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931" y="4297679"/>
            <a:ext cx="2287069" cy="1829655"/>
          </a:xfrm>
          <a:prstGeom prst="rect">
            <a:avLst/>
          </a:prstGeom>
        </p:spPr>
      </p:pic>
      <p:pic>
        <p:nvPicPr>
          <p:cNvPr id="24" name="Picture 23" descr="temp_consumo_horario_min_000025-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6901" y="4297679"/>
            <a:ext cx="2197099" cy="17576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N°5 Damas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19,5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0,2 m³ (1%)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19,3 m³ (99%)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$237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$24.030</a:t>
            </a:r>
          </a:p>
        </p:txBody>
      </p:sp>
      <p:pic>
        <p:nvPicPr>
          <p:cNvPr id="23" name="Picture 22" descr="temp_consumo_horario_max_000025-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931" y="4297679"/>
            <a:ext cx="2287069" cy="1829655"/>
          </a:xfrm>
          <a:prstGeom prst="rect">
            <a:avLst/>
          </a:prstGeom>
        </p:spPr>
      </p:pic>
      <p:pic>
        <p:nvPicPr>
          <p:cNvPr id="24" name="Picture 23" descr="temp_consumo_horario_min_000025-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2390" y="4297680"/>
            <a:ext cx="2201610" cy="17612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Baño N°6 Varones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temp_consumo_linea_000025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(1,5%)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5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0,7 m³ (98,5%)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$823</a:t>
            </a:r>
          </a:p>
        </p:txBody>
      </p:sp>
      <p:pic>
        <p:nvPicPr>
          <p:cNvPr id="23" name="Picture 22" descr="temp_consumo_horario_max_000025-2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0250" y="4297680"/>
            <a:ext cx="2297750" cy="1838200"/>
          </a:xfrm>
          <a:prstGeom prst="rect">
            <a:avLst/>
          </a:prstGeom>
        </p:spPr>
      </p:pic>
      <p:pic>
        <p:nvPicPr>
          <p:cNvPr id="24" name="Picture 23" descr="temp_consumo_horario_min_000025-2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6250" y="4297680"/>
            <a:ext cx="2297750" cy="1838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597</Words>
  <Application>Microsoft Office PowerPoint</Application>
  <PresentationFormat>Presentación en pantalla (4:3)</PresentationFormat>
  <Paragraphs>166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subject/>
  <dc:creator/>
  <cp:keywords/>
  <dc:description>generated using python-pptx</dc:description>
  <cp:lastModifiedBy>joseotarola@wes.cl</cp:lastModifiedBy>
  <cp:revision>4</cp:revision>
  <cp:lastPrinted>2026-03-02T14:04:56Z</cp:lastPrinted>
  <dcterms:created xsi:type="dcterms:W3CDTF">2013-01-27T09:14:16Z</dcterms:created>
  <dcterms:modified xsi:type="dcterms:W3CDTF">2026-03-02T14:05:01Z</dcterms:modified>
  <cp:category/>
</cp:coreProperties>
</file>