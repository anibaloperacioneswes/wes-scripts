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Quilicura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17/02/2026 (115,9 m³), un 29,5% por encima del promedio. Se detectaron 7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2.505,7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89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115,9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291,5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(11,6%)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2.214,2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(88,4%)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$363.550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$2.761.082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Quilicura, ordenado de mayor a menor consumo. El monitoreo con mayor consumo durante el período fue 'Matriz Principal' con 2.505,7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2.505,7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291,5 m³ (11,6%)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2.214,2 m³ (88,4%)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$363.550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$2.761.082</a:t>
            </a:r>
          </a:p>
        </p:txBody>
      </p:sp>
      <p:pic>
        <p:nvPicPr>
          <p:cNvPr id="23" name="Picture 22" descr="temp_consumo_horario_max_000025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