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Quilicura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03/03/2026 (117,2 m³), un 25,6% por encima del promedio. Se detectaron 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117,2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299,3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(11,9%)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2.220,6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(88,1%)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Quilicura, ordenado de mayor a menor consumo. El monitoreo con mayor consumo durante el período fue 'Matriz Principal' con 2.519,9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299,3 m³ (11,9%)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2.220,6 m³ (88,1%)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Red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operativas (Quilicura)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Sin exclusiones específicas para este mall.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