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Quilicura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03/03/2026 (117,2 m³), un 25,6% por encima del promedio. Se detectaron 5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2.519,9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93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117,2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299,3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(11,9%)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2.220,6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(88,1%)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$373.265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$2.769.038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Quilicura, ordenado de mayor a menor consumo. El monitoreo con mayor consumo durante el período fue 'Matriz Principal' con 2.519,9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2.519,9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299,3 m³ (11,9%)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2.220,6 m³ (88,1%)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$373.265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$2.769.038</a:t>
            </a:r>
          </a:p>
        </p:txBody>
      </p:sp>
      <p:pic>
        <p:nvPicPr>
          <p:cNvPr id="23" name="Picture 22" descr="temp_consumo_horario_max_000025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Red de Incendio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