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bmp" ContentType="image/bmp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rque arauco fon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931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Parque Arauco Quilicura</a:t>
            </a:r>
          </a:p>
          <a:p>
            <a:pPr algn="ctr">
              <a:defRPr sz="1800"/>
            </a:pPr>
            <a:r>
              <a:t>Período analizado: 01/02/2026 - 25/03/2026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Análisis de Consumo Hídrico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2004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400"/>
              </a:spcAft>
              <a:defRPr sz="1300">
                <a:solidFill>
                  <a:srgbClr val="0000FF"/>
                </a:solidFill>
              </a:defRPr>
            </a:pPr>
            <a:r>
              <a:t>Análisis de 53 días de consumo hídrico revela patrones críticos y detección de fuga significativa. Se registró un pico de consumo el 03/03/2026 (117,2 m³), un 23,8% por encima del promedio. Se detectaron 13 alertas de consumo nocturno, indicando actividad hídrica anómala. Se recomienda realizar una inspección exhaustiva para localizar la fuente de la filtración.</a:t>
            </a:r>
          </a:p>
        </p:txBody>
      </p:sp>
      <p:pic>
        <p:nvPicPr>
          <p:cNvPr id="6" name="Picture 5" descr="temp_anillo_consu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017520"/>
            <a:ext cx="320040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Métricas Críticas - Agregado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Total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5.019,7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294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Promedio Diario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95 m³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Día Mayor Consumo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117,2 m³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294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Alertas Nocturnas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13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565,9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(11,3%)</a:t>
            </a:r>
          </a:p>
          <a:p>
            <a:pPr>
              <a:defRPr sz="700">
                <a:solidFill>
                  <a:srgbClr val="505050"/>
                </a:solidFill>
              </a:defRPr>
            </a:pPr>
            <a:r>
              <a:t>53 días consumo Noc. de 53 días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94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294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4.453,8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(88,7%)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663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$705.715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294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6294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$5.553.826</a:t>
            </a:r>
          </a:p>
        </p:txBody>
      </p:sp>
      <p:pic>
        <p:nvPicPr>
          <p:cNvPr id="32" name="Picture 31" descr="temp_consumo_nocturno_punt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4663440"/>
            <a:ext cx="310896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FF"/>
                </a:solidFill>
              </a:defRPr>
            </a:pPr>
            <a:r>
              <a:t>Ranking de Consumo</a:t>
            </a:r>
          </a:p>
        </p:txBody>
      </p:sp>
      <p:pic>
        <p:nvPicPr>
          <p:cNvPr id="4" name="Picture 3" descr="temp_ranking_no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188720"/>
            <a:ext cx="731520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12064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/>
            </a:pPr>
            <a:r>
              <a:t>Análisis: Este gráfico muestra el ranking de consumo total de cada monitoreo de Parque Arauco Quilicura, ordenado de mayor a menor consumo. El monitoreo con mayor consumo durante el período fue 'Matriz Principal' con 4.830,1 m³. Este ranking permite identificar los puntos de mayor consumo y priorizar acciones de optimización.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Matriz Principal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4.830,1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565,9 m³ (11,7%)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53 días de 53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11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4.264,2 m³ (88,3%)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$705.702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$5.317.482</a:t>
            </a:r>
          </a:p>
        </p:txBody>
      </p:sp>
      <p:pic>
        <p:nvPicPr>
          <p:cNvPr id="23" name="Picture 22" descr="temp_consumo_horario_max_000025-1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1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Alimentación Baños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3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189,5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1 días de 53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2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189,5 m³ (100%)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$236.344</a:t>
            </a:r>
          </a:p>
        </p:txBody>
      </p:sp>
      <p:pic>
        <p:nvPicPr>
          <p:cNvPr id="23" name="Picture 22" descr="temp_consumo_horario_max_000025-3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3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