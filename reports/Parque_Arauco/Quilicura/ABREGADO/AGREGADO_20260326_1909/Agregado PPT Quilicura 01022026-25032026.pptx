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Quilicura</a:t>
            </a:r>
          </a:p>
          <a:p>
            <a:pPr algn="ctr">
              <a:defRPr sz="1800"/>
            </a:pPr>
            <a:r>
              <a:t>Período analizado: 01/02/2026 - 25/03/2026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53 días de consumo hídrico revela patrones críticos y detección de fuga significativa. Se registró un pico de consumo el 03/03/2026 (117,2 m³), un 23,8% por encima del promedio. Se detectaron 13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5.019,7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95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117,2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565,9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(11,3%)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53 días consumo Noc. de 53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4.453,8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(88,7%)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$705.715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$5.553.826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Quilicura, ordenado de mayor a menor consumo. El monitoreo con mayor consumo durante el período fue 'Matriz Principal' con 4.830,1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4.830,1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565,9 m³ (11,7%)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53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4.264,2 m³ (88,3%)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$705.702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$5.317.482</a:t>
            </a:r>
          </a:p>
        </p:txBody>
      </p:sp>
      <p:pic>
        <p:nvPicPr>
          <p:cNvPr id="23" name="Picture 22" descr="temp_consumo_horario_max_000025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Alimentación 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189,5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53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189,5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$236.344</a:t>
            </a:r>
          </a:p>
        </p:txBody>
      </p:sp>
      <p:pic>
        <p:nvPicPr>
          <p:cNvPr id="23" name="Picture 22" descr="temp_consumo_horario_max_000025-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FF"/>
                </a:solidFill>
              </a:defRPr>
            </a:pPr>
            <a:r>
              <a:t>Nota operativa del período analizado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Desde el 17-02-2026 se realizó el cambio de punto de monitoreo en Mall Quilicura: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- Se eliminó: Red de Incendio (000025-14)</a:t>
            </a:r>
          </a:p>
          <a:p>
            <a:pPr>
              <a:defRPr sz="2200">
                <a:solidFill>
                  <a:srgbClr val="000000"/>
                </a:solidFill>
              </a:defRPr>
            </a:pPr>
            <a:r>
              <a:t>- Se instaló: Alimentación baños (000025-34)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Esta variación se considera al interpretar la evolución del consumo en el período 01-02-2026 al 25-03-2026.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