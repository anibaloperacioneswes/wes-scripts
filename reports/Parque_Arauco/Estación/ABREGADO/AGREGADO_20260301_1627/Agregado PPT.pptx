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Estación</a:t>
            </a:r>
          </a:p>
          <a:p>
            <a:pPr algn="ctr">
              <a:defRPr sz="1800"/>
            </a:pPr>
            <a:r>
              <a:t>Período analizado: 01/02/2026 - 28/02/2026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28 días de consumo hídrico revela patrones críticos y detección de fuga significativa. Se registró un pico de consumo el 02/02/2026 (374,9 m³), un 20,4% por encima del promedio. Se detectaron 7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8.720,8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311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374,9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617,2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(7,1%)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28 días consumo Noc. de 28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8.103,6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(92,9%)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$769.698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$10.105.189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Estación, ordenado de mayor a menor consumo. El monitoreo con mayor consumo durante el período fue 'Sala de Bomba Estanque Sur' con 5.823,3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Sala de Bomba Estanque Sur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5.823,3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340,7 m³ (5,9%)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21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5.482,6 m³ (94,1%)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$424.878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$6.836.740</a:t>
            </a:r>
          </a:p>
        </p:txBody>
      </p:sp>
      <p:pic>
        <p:nvPicPr>
          <p:cNvPr id="23" name="Picture 22" descr="temp_consumo_horario_max_000025-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Baños Públicos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1.033,8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63,4 m³ (6,1%)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23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970,3 m³ (93,9%)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$79.122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$1.210.002</a:t>
            </a:r>
          </a:p>
        </p:txBody>
      </p:sp>
      <p:pic>
        <p:nvPicPr>
          <p:cNvPr id="23" name="Picture 22" descr="temp_consumo_horario_max_000025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Estanque Norte Locales Mall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942,4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160,9 m³ (17,1%)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781,5 m³ (82,9%)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$200.630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$974.580</a:t>
            </a:r>
          </a:p>
        </p:txBody>
      </p:sp>
      <p:pic>
        <p:nvPicPr>
          <p:cNvPr id="23" name="Picture 22" descr="temp_consumo_horario_max_000025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PIZZA HUT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921,4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52,2 m³ (5,7%)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26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869,2 m³ (94,3%)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$65.068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$1.083.867</a:t>
            </a:r>
          </a:p>
        </p:txBody>
      </p:sp>
      <p:pic>
        <p:nvPicPr>
          <p:cNvPr id="23" name="Picture 22" descr="temp_consumo_horario_max_000025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