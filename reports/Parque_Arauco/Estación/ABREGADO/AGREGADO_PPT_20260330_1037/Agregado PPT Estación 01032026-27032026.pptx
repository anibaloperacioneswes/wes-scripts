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Estación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02/03/2026 (144 m³), un -28,1% por encima del promedio. Se detectaron 14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5.405,3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200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144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465,4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(8,6%)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4.939,9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(91,4%)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$580.366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$6.160.030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Estación, ordenado de mayor a menor consumo. El monitoreo con mayor consumo durante el período fue 'Sala de Bomba Estanque Sur' con 2.950,8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Sala de Bomba Estanque Sur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2.950,8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156,1 m³ (5,3%)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2.794,7 m³ (94,7%)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$194.632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$3.484.966</a:t>
            </a:r>
          </a:p>
        </p:txBody>
      </p:sp>
      <p:pic>
        <p:nvPicPr>
          <p:cNvPr id="23" name="Picture 22" descr="temp_consumo_horario_max_000025-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Estanque Norte Locales 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1.030,7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205,6 m³ (19,9%)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825,1 m³ (80,1%)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$256.383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$1.028.900</a:t>
            </a:r>
          </a:p>
        </p:txBody>
      </p:sp>
      <p:pic>
        <p:nvPicPr>
          <p:cNvPr id="23" name="Picture 22" descr="temp_consumo_horario_max_0000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PIZZA HUT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793,8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75,3 m³ (9,5%)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718,5 m³ (90,5%)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$93.874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$896.019</a:t>
            </a:r>
          </a:p>
        </p:txBody>
      </p:sp>
      <p:pic>
        <p:nvPicPr>
          <p:cNvPr id="23" name="Picture 22" descr="temp_consumo_horario_max_000025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 Públicos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630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28,5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601,6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$35.477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$750.145</a:t>
            </a:r>
          </a:p>
        </p:txBody>
      </p:sp>
      <p:pic>
        <p:nvPicPr>
          <p:cNvPr id="23" name="Picture 22" descr="temp_consumo_horario_max_000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FF"/>
                </a:solidFill>
              </a:defRPr>
            </a:pPr>
            <a:r>
              <a:t>Notas operativas (Estación)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Período: 01/03/2026 a 27/03/2026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Puntos excluidos / no operativos (no graficados):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- 000025-03: No operativo desde 14-10-2025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- 000025-05: Excluido (no solicitar graficar)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- 000025-06: Excluido (no solicitar graficar)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