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Curauma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27/03/2026 (19 m³), un 316,5% por encima del promedio. Se detectaron 26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123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19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(4%)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8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118,1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$6.173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$147.271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Curauma, ordenado de mayor a menor consumo. El monitoreo con mayor consumo durante el período fue 'Matriz Principal' con 111,3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111,3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4,9 m³ (4,4%)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106,3 m³ (95,6%)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$6.173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$132.581</a:t>
            </a:r>
          </a:p>
        </p:txBody>
      </p:sp>
      <p:pic>
        <p:nvPicPr>
          <p:cNvPr id="23" name="Picture 22" descr="temp_consumo_horario_max_000025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11,8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$14.690</a:t>
            </a:r>
          </a:p>
        </p:txBody>
      </p:sp>
      <p:pic>
        <p:nvPicPr>
          <p:cNvPr id="23" name="Picture 22" descr="temp_consumo_horario_max_000025-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FF"/>
                </a:solidFill>
              </a:defRPr>
            </a:pPr>
            <a:r>
              <a:t>Notas operativas (Curauma)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Período: 01/03/2026 a 27/03/2026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Sin exclusiones específicas para este mall.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