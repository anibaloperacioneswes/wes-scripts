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Curauma</a:t>
            </a:r>
          </a:p>
          <a:p>
            <a:pPr algn="ctr">
              <a:defRPr sz="1800"/>
            </a:pPr>
            <a:r>
              <a:t>Período analizado: 01/02/2026 - 28/02/2026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22/02/2026 (8,3 m³), un 515,4% por encima del promedio. Se detectaron 22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37,7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8,3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4,3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(11,4%)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4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33,4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(88,6%)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$5.362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$41.612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Curauma, ordenado de mayor a menor consumo. El monitoreo con mayor consumo durante el período fue 'Baños' con 33,3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33,3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4,3 m³ (12,9%)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4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29 m³ (87,1%)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$5.362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$36.113</a:t>
            </a:r>
          </a:p>
        </p:txBody>
      </p:sp>
      <p:pic>
        <p:nvPicPr>
          <p:cNvPr id="23" name="Picture 22" descr="temp_consumo_horario_max_000025-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4,4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$5.499</a:t>
            </a:r>
          </a:p>
        </p:txBody>
      </p:sp>
      <p:pic>
        <p:nvPicPr>
          <p:cNvPr id="23" name="Picture 22" descr="temp_consumo_horario_max_000025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