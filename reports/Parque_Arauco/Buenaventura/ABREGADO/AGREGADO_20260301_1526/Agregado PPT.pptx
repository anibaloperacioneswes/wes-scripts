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Buenaventura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02/02/2026 (109,1 m³), un 80,7% por encima del promedio. Se detectaron 61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1.690,8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109,1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161,1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1.529,7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(90,5%)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$200.854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$1.907.536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663440"/>
            <a:ext cx="33604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Buenaventura, ordenado de mayor a menor consumo. El monitoreo con mayor consumo durante el período fue 'San Ignacio 500' con 1.383,1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1.383,1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150,2 m³ (10,9%)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1.232,9 m³ (89,1%)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$187.299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$1.537.401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520" y="4297680"/>
            <a:ext cx="2316480" cy="1853184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480" y="4309872"/>
            <a:ext cx="2255520" cy="1804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307,7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10,9 m³ (3,5%)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296,8 m³ (96,5%)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$13.555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$370.135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97680"/>
            <a:ext cx="2286000" cy="182880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9768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Office PowerPoint</Application>
  <PresentationFormat>Presentación en pantalla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joseotarola@wes.cl</cp:lastModifiedBy>
  <cp:revision>2</cp:revision>
  <dcterms:created xsi:type="dcterms:W3CDTF">2013-01-27T09:14:16Z</dcterms:created>
  <dcterms:modified xsi:type="dcterms:W3CDTF">2026-03-01T15:37:16Z</dcterms:modified>
  <cp:category/>
</cp:coreProperties>
</file>