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Buenaventura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02/02/2026 (109,1 m³), un 80,7% por encima del promedio. Se detectaron 61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1.690,8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60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109,1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161,1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(9,5%)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1.529,7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(90,5%)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$200.854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$1.907.536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Buenaventura, ordenado de mayor a menor consumo. El monitoreo con mayor consumo durante el período fue 'San Ignacio 500' con 1.383,1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1.383,1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150,2 m³ (10,9%)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1.232,9 m³ (89,1%)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$187.299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$1.537.401</a:t>
            </a:r>
          </a:p>
        </p:txBody>
      </p:sp>
      <p:pic>
        <p:nvPicPr>
          <p:cNvPr id="23" name="Picture 22" descr="temp_consumo_horario_max_000025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307,7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10,9 m³ (3,5%)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296,8 m³ (96,5%)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$13.555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$370.135</a:t>
            </a:r>
          </a:p>
        </p:txBody>
      </p:sp>
      <p:pic>
        <p:nvPicPr>
          <p:cNvPr id="23" name="Picture 22" descr="temp_consumo_horario_max_000025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