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Buenaventura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01/03/2026 (48,3 m³), un 24,4% por encima del promedio. Se detectaron 51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1.048,9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39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48,3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51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40,3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(3,8%)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27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1.008,6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(96,2%)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$50.204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$1.257.712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Buenaventura, ordenado de mayor a menor consumo. El monitoreo con mayor consumo durante el período fue 'San Ignacio 500' con 835,2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835,2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37,8 m³ (4,5%)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25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797,4 m³ (95,5%)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$47.174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$994.308</a:t>
            </a:r>
          </a:p>
        </p:txBody>
      </p:sp>
      <p:pic>
        <p:nvPicPr>
          <p:cNvPr id="23" name="Picture 22" descr="temp_consumo_horario_max_000025-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213,7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2,4 m³ (1,1%)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211,2 m³ (98,9%)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$3.030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$263.404</a:t>
            </a:r>
          </a:p>
        </p:txBody>
      </p:sp>
      <p:pic>
        <p:nvPicPr>
          <p:cNvPr id="23" name="Picture 22" descr="temp_consumo_horario_max_000025-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FF"/>
                </a:solidFill>
              </a:defRPr>
            </a:pPr>
            <a:r>
              <a:t>Notas operativas (Buenaventura)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Período: 01/03/2026 a 27/03/2026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Sin exclusiones específicas para este mall.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