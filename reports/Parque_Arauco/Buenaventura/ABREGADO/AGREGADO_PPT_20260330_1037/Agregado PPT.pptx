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Buenaventura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01/03/2026 (48,3 m³), un 24,4% por encima del promedio. Se detectaron 51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1.048,9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39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48,3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40,3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(3,8%)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1.008,6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(96,2%)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$50.204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$1.257.712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Buenaventura, ordenado de mayor a menor consumo. El monitoreo con mayor consumo durante el período fue 'San Ignacio 500' con 835,2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