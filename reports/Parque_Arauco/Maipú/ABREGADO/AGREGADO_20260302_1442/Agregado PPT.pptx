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Maipú</a:t>
            </a:r>
          </a:p>
          <a:p>
            <a:pPr algn="ctr">
              <a:defRPr sz="1800"/>
            </a:pPr>
            <a:r>
              <a:t>Período analizado: 01/02/2026 - 28/02/2026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28 días de consumo hídrico revela patrones críticos y detección de fuga significativa. Se registró un pico de consumo el 22/02/2026 (194,7 m³), un -24,6% por encima del promedio. Se detectaron 20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7.231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258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194,7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921,2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(12,7%)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28 días consumo Noc. de 28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6.309,9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(87,3%)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$1.148.699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$7.868.408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Maipú, ordenado de mayor a menor consumo. El monitoreo con mayor consumo durante el período fue 'Impulsión Falabella' con 4.450,4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Falabella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4.450,4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822,8 m³ (18,5%)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6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3.627,7 m³ (81,5%)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$1.026.007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$4.523.692</a:t>
            </a:r>
          </a:p>
        </p:txBody>
      </p:sp>
      <p:pic>
        <p:nvPicPr>
          <p:cNvPr id="23" name="Picture 22" descr="temp_consumo_horario_max_000025-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Ripley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1.556,3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39,8 m³ (2,6%)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23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1.516,5 m³ (97,4%)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$49.643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$1.891.026</a:t>
            </a:r>
          </a:p>
        </p:txBody>
      </p:sp>
      <p:pic>
        <p:nvPicPr>
          <p:cNvPr id="23" name="Picture 22" descr="temp_consumo_horario_max_000025-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Placa Bancaria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1.224,3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58,6 m³ (4,8%)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6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6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1.165,8 m³ (95,2%)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$73.049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$1.453.690</a:t>
            </a:r>
          </a:p>
        </p:txBody>
      </p:sp>
      <p:pic>
        <p:nvPicPr>
          <p:cNvPr id="23" name="Picture 22" descr="temp_consumo_horario_max_000025-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