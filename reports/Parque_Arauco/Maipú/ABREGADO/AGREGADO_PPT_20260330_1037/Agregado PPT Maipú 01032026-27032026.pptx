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Maipú</a:t>
            </a:r>
          </a:p>
          <a:p>
            <a:pPr algn="ctr">
              <a:defRPr sz="1800"/>
            </a:pPr>
            <a:r>
              <a:t>Período analizado: 01/03/2026 - 27/03/2026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27 días de consumo hídrico revela patrones críticos y detección de fuga significativa. Se registró un pico de consumo el 08/03/2026 (170,4 m³), un -24,5% por encima del promedio. Se detectaron 16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6.097,1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226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170,4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762,1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(12,5%)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27 días consumo Noc. de 27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5.334,9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(87,5%)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$950.401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$6.652.670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Maipú, ordenado de mayor a menor consumo. El monitoreo con mayor consumo durante el período fue 'Impulsión Falabella' con 3.497,1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Falabella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3.497,1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569,4 m³ (16,3%)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2.927,7 m³ (83,7%)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$710.067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$3.650.817</a:t>
            </a:r>
          </a:p>
        </p:txBody>
      </p:sp>
      <p:pic>
        <p:nvPicPr>
          <p:cNvPr id="23" name="Picture 22" descr="temp_consumo_horario_max_000025-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Ripley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1.710,7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189,8 m³ (11,1%)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15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1.520,9 m³ (88,9%)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$236.631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$1.896.587</a:t>
            </a:r>
          </a:p>
        </p:txBody>
      </p:sp>
      <p:pic>
        <p:nvPicPr>
          <p:cNvPr id="23" name="Picture 22" descr="temp_consumo_horario_max_000025-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Placa Bancaria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889,3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 m³ (0,3%)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8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886,3 m³ (99,7%)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$3.704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$1.105.266</a:t>
            </a:r>
          </a:p>
        </p:txBody>
      </p:sp>
      <p:pic>
        <p:nvPicPr>
          <p:cNvPr id="23" name="Picture 22" descr="temp_consumo_horario_max_000025-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FF"/>
                </a:solidFill>
              </a:defRPr>
            </a:pPr>
            <a:r>
              <a:t>Notas operativas (Maipú)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Período: 01/03/2026 a 27/03/2026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Sin exclusiones específicas para este mall.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