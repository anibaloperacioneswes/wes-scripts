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14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6.095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1.447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1.269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3.094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797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718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706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↓ 2 %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Andén 3-4 Matriz  706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Placa Bancaria (000025-08), Falabella (000025-09), Ripley (000025-10), Pasillo Técnico (000025-32) · residual, no es alerta, Salida ARROW (000025-33) · residual, no es alerta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MAQ: Alim. Baños (000025-34)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AEB: Matriz 1° piso (000025-11), Anillo Plaza (000025-12)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CUR: Anillo Sur (000025-37), Anillo Norte (000025-38)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PAK: Locales Gast. (000025-21), Sandía Antigua (000025-22), Pileta (000025-23), Cascada (000025-24), Sandía Nueva (000025-28), Restaurante (000025-29)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Norte con control desde 05/08 (00–05 h). Pizza Hut con control nocturno desde 01/07. Estanque Sur: mejora de presostato al relocalizar (10/06); no es control WES.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El recinto se alimenta por Placa Bancaria o por Falabella: cuando se inyecta una, se corta la otra. No se leen como dos fallas el mismo día.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0  ·  Falabella 0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1.269 m³ (prom. 181,3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0  ·  Anillo Plaza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0  ·  Anillo Norte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Cambio de monitoreo: Anillo Norte y Sur desde el 19/05 (mayo no se grafica). Lámina 2: diferencia, noche y umbral.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706 m³ (prom. 100,8 m³/día) · Δ vs previa ↓ 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Distrito Lujo (000025-27) con 2.225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Andén 3-4 Matriz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706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Control nocturno ya operativo y propuestas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Corte se arma a las 00:30  ·  meta = cero  ·  umbral = total 24 h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YA OPERATIVO  ·  control WES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5559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El corte se activa a las 00:30. De 01:00 a 05:00 el consumo quedó en cero. Estanque Sur no entra: fue mejora de presostato al relocalizar, no un control WES.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75564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MAE  ·  Estanque Norte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2140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05/08. Noche 4,8 → 0 m³ desde las 00:30. 113 m³/mes ($157.920). 01:00–05:00 en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21868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MAE  ·  Pizza Hut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8444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01/07. 01:00–05:00 ya estaba en cero: el control está puesto, no suma m³ extra. Un día alto es ocupación de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68172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BOM  ·  San Ignacio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4748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17/07. Noche 31,7 → 0 m³ desde las 00:30. 886 m³/mes ($1.241.100). El ~2 m³ de 00:00–00:30 no es noche.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Total control WES: 999 m³/mes  ·  $1.399.020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 PROPONER  ·  mismo corte 00:30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Copiar el on/off que ya corre en Norte y SI500. Meta: esa noche a cero.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627632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664208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1865376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00:30. Noche 21,1 m³ → 0 = 634 m³/mes ($887.040). Umbral 24 h: 240 m³/día.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578608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615184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Bazar Gourmet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816352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(no las Sandías). Noche 29,1 m³ → 0 = 874 m³/mes ($1.224.300). Umbral 250 m³/día.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529584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566160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Andén 3-4 Matriz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767328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la matriz del Andén (no DL Kennedy). Noche 6 m³ → 0 = 178 m³/mes ($249.900). Umbral 125 m³/día.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480560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517136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·  Matriz 1° piso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718304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el primer piso (no Anillo). Noche 6,8 m³ → 0 = 205 m³/mes ($286.860). Umbral 75 m³/día.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431536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468112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·  Falabella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(sale por Falabella desde el 15/08). Noche 8,3 m³ → 0 = 249 m³/mes ($348.390). Umbral 140 m³/día.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Si se aprueban las 5: 3.139 m³/mes  ·  $4.395.090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Futuros puntos 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Mismo corte 00:30 → cero  ·  tarifa $1.400/m³  ·  08/09/2026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24128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Cinco on/off a copiar del que ya corre en Estanque Norte y San Ignacio 500. No incluye Estanque Sur (no es control WES) ni DL Kennedy.</a:t>
            </a:r>
          </a:p>
        </p:txBody>
      </p:sp>
      <p:pic>
        <p:nvPicPr>
          <p:cNvPr id="8" name="Picture 7" descr="futuros_puntos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11521440" cy="46597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6446520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Suma de las 5: 2.140 m³/mes  ·  $2.996.490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