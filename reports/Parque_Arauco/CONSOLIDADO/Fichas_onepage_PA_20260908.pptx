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bm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108960"/>
            <a:ext cx="12191695" cy="3749039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3273552"/>
            <a:ext cx="1234440" cy="2736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3310128"/>
            <a:ext cx="10058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703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Fichas one-page  ·  un caso por lámina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4348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Ya operativo: Estanque Sur, Estanque Norte, San Ignacio 500.  A copiar: Quilicura, Bazar Gourmet, DL Kennedy, El Bosque 1° piso, Falabella Maipú.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Datos al 08/09/2026  ·  tarifa $1.400/m³  ·  corte 00:30 → cero 01:00–05:00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Estanque Sur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Presostatos 10/06  ·  10/06/2026  ·  000025-19  ·  08/09/2026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148840" cy="329184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YA OPERATIVO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Día (mediana)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88 → 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m³/día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Ahorro mensual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1.826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Ahorro 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$2.555.700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tarifa $1.400/m³</a:t>
            </a:r>
          </a:p>
        </p:txBody>
      </p:sp>
      <p:pic>
        <p:nvPicPr>
          <p:cNvPr id="21" name="Picture 20" descr="s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No es on/off: se reparó la fuga. De madrugada el caudal casi desaparece; de día baja a menos de la mitad.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Estanque Norte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On/off desde el 05/08  ·  corte 00:30  ·  000025-01  ·  08/09/2026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148840" cy="329184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YA OPERATIVO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Noche desde 00:30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4,8 →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m³/noche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Ahorro mensual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113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Ahorro 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$157.920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01:00–05:00 en cero</a:t>
            </a:r>
          </a:p>
        </p:txBody>
      </p:sp>
      <p:pic>
        <p:nvPicPr>
          <p:cNvPr id="21" name="Picture 20" descr="nor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Dorado = noches con 01:00–05:00 en cero. Lo de 00:00–00:30 no es noche y no se resta del $.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San Ignacio 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On/off desde el 17/07  ·  corte 00:30  ·  000025-18  ·  08/09/2026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148840" cy="329184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YA OPERATIVO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Noche desde 00:30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31,7 →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m³/noche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Ahorro mensual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886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Ahorro 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$1.241.100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umbral 24 h 145 m³/día</a:t>
            </a:r>
          </a:p>
        </p:txBody>
      </p:sp>
      <p:pic>
        <p:nvPicPr>
          <p:cNvPr id="21" name="Picture 20" descr="si5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Antes ~5,8 m³/h toda la noche. Con control: 01:00–05:00 en cero. El tramo 00:00–00:30 no se resta.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Matriz Principal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 copiar  ·  mismo corte 00:30  ·  000025-13  ·  umbral 240 m³/día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148840" cy="32918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A PROPONER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Noche típica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21,1 →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 desde 00:30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634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 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$887.040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si se aprueba el on/off</a:t>
            </a:r>
          </a:p>
        </p:txBody>
      </p:sp>
      <p:pic>
        <p:nvPicPr>
          <p:cNvPr id="21" name="Picture 20" descr="ma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La Matriz concentra Quilicura. Desde el 22/06 el día se duplicó. Meta: esa noche a cero, igual que Norte y SI500.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Bazar Gourmet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 copiar  ·  corte 00:30 en Bazar (no las Sandías)  ·  000025-35  ·  umbral 250 m³/día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148840" cy="32918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A PROPONER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Noche típica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29,1 →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 desde 00:30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874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 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$1.224.300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eslabón de mayor noche</a:t>
            </a:r>
          </a:p>
        </p:txBody>
      </p:sp>
      <p:pic>
        <p:nvPicPr>
          <p:cNvPr id="21" name="Picture 20" descr="baz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Cortar en Bazar, no en las Sandías: las Sandías alimentan toda la cadena DL. Umbral DL 390 · Bazar 250 · DL Kennedy 20.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DL Kennedy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 copiar  ·  corte 00:30  ·  000025-36  ·  umbral 20 m³/día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148840" cy="32918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A PROPONER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Noche típica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0,9 →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 desde 00:30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 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$37.800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ramal que sale de DL</a:t>
            </a:r>
          </a:p>
        </p:txBody>
      </p:sp>
      <p:pic>
        <p:nvPicPr>
          <p:cNvPr id="21" name="Picture 20" descr="dl_kenned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Noche chica (0,9 m³) pero entra en la simulación. Mismo corte que Bazar; no se tocan las Sandías.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Matriz 1° piso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 copiar  ·  corte 00:30  ·  000025-11  ·  umbral 75 m³/día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148840" cy="32918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A PROPONER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Noche típica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6,8 →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 desde 00:30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205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 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$286.860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Anillo Plaza no entra en $</a:t>
            </a:r>
          </a:p>
        </p:txBody>
      </p:sp>
      <p:pic>
        <p:nvPicPr>
          <p:cNvPr id="21" name="Picture 20" descr="a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A.A. desactivada 15/05: el caudal de noche está en el primer piso. Anillo Plaza queda con umbral de día, sin $.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Falabella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 copiar  ·  corte 00:30  ·  000025-09  ·  umbral 140 m³/día  ·  mall sale por Falabella desde 15/08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148840" cy="32918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A PROPONER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Noche típica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8,3 →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 desde 00:30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249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 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$348.390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solo noches con caudal</a:t>
            </a:r>
          </a:p>
        </p:txBody>
      </p:sp>
      <p:pic>
        <p:nvPicPr>
          <p:cNvPr id="21" name="Picture 20" descr="falabel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Placa y Falabella son alimentación alternativa, no dos fallas. Arrow + punto 6 (Pasillo 2) sigue pendiente con Don Miguel.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