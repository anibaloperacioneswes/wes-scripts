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El Bosque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20/03/2026 (30,3 m³), un 46,7% por encima del promedio. Se detectaron 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558,2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21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30,3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237,8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(42,6%)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320,4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(57,4%)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$296.586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$399.489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El Bosque, ordenado de mayor a menor consumo. El monitoreo con mayor consumo durante el período fue 'Anillo Plaza' con 558,2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Anillo Plaza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558,2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237,8 m³ (42,6%)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320,4 m³ (57,4%)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$296.586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$399.489</a:t>
            </a:r>
          </a:p>
        </p:txBody>
      </p:sp>
      <p:pic>
        <p:nvPicPr>
          <p:cNvPr id="23" name="Picture 22" descr="temp_consumo_horario_max_000025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 1°piso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