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bmp" ContentType="image/bmp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que arauco fon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931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Parque Arauco El Bosque</a:t>
            </a:r>
          </a:p>
          <a:p>
            <a:pPr algn="ctr">
              <a:defRPr sz="1800"/>
            </a:pPr>
            <a:r>
              <a:t>Período analizado: 01/03/2026 - 27/03/2026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Análisis de Consumo Hídrico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2004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  <a:defRPr sz="1300">
                <a:solidFill>
                  <a:srgbClr val="0000FF"/>
                </a:solidFill>
              </a:defRPr>
            </a:pPr>
            <a:r>
              <a:t>Análisis de 27 días de consumo hídrico revela patrones críticos y detección de fuga significativa. Se registró un pico de consumo el 20/03/2026 (30,3 m³), un 46,7% por encima del promedio. Se detectaron 1 alertas de consumo nocturno, indicando actividad hídrica anómala. Se recomienda realizar una inspección exhaustiva para localizar la fuente de la filtración.</a:t>
            </a:r>
          </a:p>
        </p:txBody>
      </p:sp>
      <p:pic>
        <p:nvPicPr>
          <p:cNvPr id="6" name="Picture 5" descr="temp_anillo_consu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17520"/>
            <a:ext cx="32004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Métricas Críticas - Agregado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Total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558,2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94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Promedio Diario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21 m³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Día Mayor Consumo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30,3 m³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294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Alertas Nocturnas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237,8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(42,6%)</a:t>
            </a:r>
          </a:p>
          <a:p>
            <a:pPr>
              <a:defRPr sz="700">
                <a:solidFill>
                  <a:srgbClr val="505050"/>
                </a:solidFill>
              </a:defRPr>
            </a:pPr>
            <a:r>
              <a:t>27 días consumo Noc. de 27 días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294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320,4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(57,4%)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$296.586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294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$399.489</a:t>
            </a:r>
          </a:p>
        </p:txBody>
      </p:sp>
      <p:pic>
        <p:nvPicPr>
          <p:cNvPr id="32" name="Picture 31" descr="temp_consumo_nocturno_punt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4663440"/>
            <a:ext cx="310896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FF"/>
                </a:solidFill>
              </a:defRPr>
            </a:pPr>
            <a:r>
              <a:t>Ranking de Consumo</a:t>
            </a:r>
          </a:p>
        </p:txBody>
      </p:sp>
      <p:pic>
        <p:nvPicPr>
          <p:cNvPr id="4" name="Picture 3" descr="temp_ranking_no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88720"/>
            <a:ext cx="73152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12064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/>
            </a:pPr>
            <a:r>
              <a:t>Análisis: Este gráfico muestra el ranking de consumo total de cada monitoreo de Parque Arauco El Bosque, ordenado de mayor a menor consumo. El monitoreo con mayor consumo durante el período fue 'Anillo Plaza' con 558,2 m³. Este ranking permite identificar los puntos de mayor consumo y priorizar acciones de optimización.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Anillo Plaza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558,2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237,8 m³ (42,6%)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320,4 m³ (57,4%)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$296.586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$399.489</a:t>
            </a:r>
          </a:p>
        </p:txBody>
      </p:sp>
      <p:pic>
        <p:nvPicPr>
          <p:cNvPr id="23" name="Picture 22" descr="temp_consumo_horario_max_000025-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Matriz principal 1°piso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dia_semana_000025-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0 m³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0 alertas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FF"/>
                </a:solidFill>
              </a:defRPr>
            </a:pPr>
            <a:r>
              <a:t>Notas operativas (El Bosque)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0000"/>
                </a:solidFill>
              </a:defRPr>
            </a:pPr>
            <a:r>
              <a:t>Período: 01/03/2026 a 27/03/2026</a:t>
            </a:r>
          </a:p>
          <a:p>
            <a:pPr>
              <a:defRPr sz="1200">
                <a:solidFill>
                  <a:srgbClr val="000000"/>
                </a:solidFill>
              </a:defRPr>
            </a:pP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Sin exclusiones específicas para este mall.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