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18/03/2026 (107,7 m³), un 27,4% por encima del promedio. Se detectaron 25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4.481,6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107,7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1.032,1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3.449,5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$1.287.016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$4.301.489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'Matriz A.A' con 3.394,7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3.394,7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587,3 m³ (17,3%)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2.807,4 m³ (82,7%)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$732.363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$3.500.828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1.086,9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444,8 m³ (40,9%)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642,1 m³ (59,1%)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$554.653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$800.661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