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El Bosque</a:t>
            </a:r>
          </a:p>
          <a:p>
            <a:pPr algn="ctr">
              <a:defRPr sz="1800"/>
            </a:pPr>
            <a:r>
              <a:t>Período analizado: 01/02/2026 - 25/03/2026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53 días de consumo hídrico revela patrones críticos y detección de fuga significativa. Se registró un pico de consumo el 18/03/2026 (107,7 m³), un 27,4% por encima del promedio. Se detectaron 25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4.481,6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85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107,7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1.032,1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(23%)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53 días consumo Noc. de 53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3.449,5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(77%)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$1.287.016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$4.301.489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El Bosque, ordenado de mayor a menor consumo. El monitoreo con mayor consumo durante el período fue 'Matriz A.A' con 3.394,7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A.A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3.394,7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587,3 m³ (17,3%)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2.807,4 m³ (82,7%)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$732.363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$3.500.828</a:t>
            </a:r>
          </a:p>
        </p:txBody>
      </p:sp>
      <p:pic>
        <p:nvPicPr>
          <p:cNvPr id="23" name="Picture 22" descr="temp_consumo_horario_max_000025-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Anillo Plaza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1.086,9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444,8 m³ (40,9%)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642,1 m³ (59,1%)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$554.653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$800.661</a:t>
            </a:r>
          </a:p>
        </p:txBody>
      </p:sp>
      <p:pic>
        <p:nvPicPr>
          <p:cNvPr id="23" name="Picture 22" descr="temp_consumo_horario_max_000025-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FF"/>
                </a:solidFill>
              </a:defRPr>
            </a:pPr>
            <a:r>
              <a:t>Nota operativa del período analizado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Desde el 15-01-2026 se realizó el cambio de punto de monitoreo en Mall El Bosque: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- Se eliminó: Matriz Principal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- Se instaló: Matriz A.A (000025-30)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Esta variación se considera al interpretar la evolución del consumo en el período 01-02-2026 al 25-03-2026.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