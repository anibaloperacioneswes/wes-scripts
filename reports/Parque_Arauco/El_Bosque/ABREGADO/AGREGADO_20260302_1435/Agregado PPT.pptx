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El Bosque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16/02/2026 (32,6 m³), un 59,5% por encima del promedio. Se detectaron 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572,5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32,6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222,6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(38,9%)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349,9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(61,1%)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$277.607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$436.300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El Bosque, ordenado de mayor a menor consumo. El monitoreo con mayor consumo durante el período fue 'Anillo Plaza' con 572,5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572,5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222,6 m³ (38,9%)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349,9 m³ (61,1%)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$277.607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$436.300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