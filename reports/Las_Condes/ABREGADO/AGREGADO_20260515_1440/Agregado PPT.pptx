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Las Condes</a:t>
            </a:r>
          </a:p>
          <a:p>
            <a:pPr algn="ctr">
              <a:defRPr sz="1800"/>
            </a:pPr>
            <a:r>
              <a:t>Período analizado: 01/05/2026 - 31/05/2026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31 días de consumo hídrico revela patrones críticos y detección de fuga significativa. Se registró un pico de consumo el 10/05/2026 (1.536 m³), un 214,3% por encima del promedio. Se detectaron 11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7.331,2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489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1.536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2.870,3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(39,2%)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15 días consumo Noc. de 31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4.460,9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(60,8%)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$3.579.276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$5.562.680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Las Condes, ordenado de mayor a menor consumo. El monitoreo con mayor consumo durante el período fue 'Alexander Fleming' con 7.331,2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Alexander Fleming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2-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2-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7.331,2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2.870,3 m³ (39,2%)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 días de 31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4.460,9 m³ (60,8%)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$3.579.276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$5.562.680</a:t>
            </a:r>
          </a:p>
        </p:txBody>
      </p:sp>
      <p:pic>
        <p:nvPicPr>
          <p:cNvPr id="23" name="Picture 22" descr="temp_consumo_horario_max_000022-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2-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