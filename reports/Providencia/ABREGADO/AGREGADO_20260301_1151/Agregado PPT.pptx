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53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02/02/2026 (82,1 m³), un 152,5% por encima del promedio. Se detectaron 52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910,4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33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82,1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130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(14,3%)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28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780,4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(85,7%)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$162.122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$973.096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Providencia, ordenado de mayor a menor consumo. El monitoreo con mayor consumo durante el período fue 'Carmela Carvajal' con 453,1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Carmela Carvajal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6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6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453,1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453,1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$565.016</a:t>
            </a:r>
          </a:p>
        </p:txBody>
      </p:sp>
      <p:pic>
        <p:nvPicPr>
          <p:cNvPr id="23" name="Picture 22" descr="temp_consumo_horario_max_000006-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5474" y="4297679"/>
            <a:ext cx="2372526" cy="1898021"/>
          </a:xfrm>
          <a:prstGeom prst="rect">
            <a:avLst/>
          </a:prstGeom>
        </p:spPr>
      </p:pic>
      <p:pic>
        <p:nvPicPr>
          <p:cNvPr id="24" name="Picture 23" descr="temp_consumo_horario_min_000006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979" y="4297679"/>
            <a:ext cx="2255021" cy="18040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Liceo 7 Luisa Saavedra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6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6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343,9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104,1 m³ (30,3%)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24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239,8 m³ (69,7%)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$129.813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$299.031</a:t>
            </a:r>
          </a:p>
        </p:txBody>
      </p:sp>
      <p:pic>
        <p:nvPicPr>
          <p:cNvPr id="23" name="Picture 22" descr="temp_consumo_horario_max_000006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297680"/>
            <a:ext cx="2286000" cy="1828800"/>
          </a:xfrm>
          <a:prstGeom prst="rect">
            <a:avLst/>
          </a:prstGeom>
        </p:spPr>
      </p:pic>
      <p:pic>
        <p:nvPicPr>
          <p:cNvPr id="24" name="Picture 23" descr="temp_consumo_horario_min_000006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297680"/>
            <a:ext cx="2286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Liceo Juan Pablo Duarte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6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6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113,4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25,9 m³ (22,9%)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87,5 m³ (77,1%)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$32.310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$109.050</a:t>
            </a:r>
          </a:p>
        </p:txBody>
      </p:sp>
      <p:pic>
        <p:nvPicPr>
          <p:cNvPr id="23" name="Picture 22" descr="temp_consumo_horario_max_000006-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297680"/>
            <a:ext cx="2286000" cy="1828800"/>
          </a:xfrm>
          <a:prstGeom prst="rect">
            <a:avLst/>
          </a:prstGeom>
        </p:spPr>
      </p:pic>
      <p:pic>
        <p:nvPicPr>
          <p:cNvPr id="24" name="Picture 23" descr="temp_consumo_horario_min_000006-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297680"/>
            <a:ext cx="22860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299</Words>
  <Application>Microsoft Office PowerPoint</Application>
  <PresentationFormat>Presentación en pantalla (4:3)</PresentationFormat>
  <Paragraphs>66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joseotarola@wes.cl</cp:lastModifiedBy>
  <cp:revision>2</cp:revision>
  <dcterms:created xsi:type="dcterms:W3CDTF">2013-01-27T09:14:16Z</dcterms:created>
  <dcterms:modified xsi:type="dcterms:W3CDTF">2026-03-01T12:04:49Z</dcterms:modified>
  <cp:category/>
</cp:coreProperties>
</file>