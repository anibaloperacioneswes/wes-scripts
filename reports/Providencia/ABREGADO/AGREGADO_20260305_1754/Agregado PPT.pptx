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Providencia</a:t>
            </a:r>
          </a:p>
          <a:p>
            <a:pPr algn="ctr">
              <a:defRPr sz="1800"/>
            </a:pPr>
            <a:r>
              <a:t>Período analizado: 01/02/2026 - 28/02/2026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28 días de consumo hídrico revela patrones críticos y detección de fuga significativa. Se registró un pico de consumo el 02/02/2026 (82,1 m³), un 149,3% por encima del promedio. Se detectaron 72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922,2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33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82,1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72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130,9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(14,2%)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28 días consumo Noc. de 28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791,4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(85,8%)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$163.180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$986.816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Providencia, ordenado de mayor a menor consumo. El monitoreo con mayor consumo durante el período fue 'Carmela Carvajal' con 453,1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Carmela Carvajal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06-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453,1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 m³ (0%)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18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453,1 m³ (100%)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$565.016</a:t>
            </a:r>
          </a:p>
        </p:txBody>
      </p:sp>
      <p:pic>
        <p:nvPicPr>
          <p:cNvPr id="23" name="Picture 22" descr="temp_consumo_horario_max_000006-0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6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7 Luisa Saavedra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06-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343,9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104,1 m³ (30,3%)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24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21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239,8 m³ (69,7%)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$129.813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$299.031</a:t>
            </a:r>
          </a:p>
        </p:txBody>
      </p:sp>
      <p:pic>
        <p:nvPicPr>
          <p:cNvPr id="23" name="Picture 22" descr="temp_consumo_horario_max_000006-0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6-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Juan Pablo Duarte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06-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113,4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26,2 m³ (23,1%)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28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87,1 m³ (76,9%)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$32.713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$108.647</a:t>
            </a:r>
          </a:p>
        </p:txBody>
      </p:sp>
      <p:pic>
        <p:nvPicPr>
          <p:cNvPr id="23" name="Picture 22" descr="temp_consumo_horario_max_000006-0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6-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Liceo Lastarria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06-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06-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11,8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0,8 m³ (6,7%)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10 días de 28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20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11,1 m³ (93,3%)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$986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$13.791</a:t>
            </a:r>
          </a:p>
        </p:txBody>
      </p:sp>
      <p:pic>
        <p:nvPicPr>
          <p:cNvPr id="23" name="Picture 22" descr="temp_consumo_horario_max_000006-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06-0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