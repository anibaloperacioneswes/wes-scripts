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Fundo Zapallar</a:t>
            </a:r>
          </a:p>
          <a:p>
            <a:pPr algn="ctr">
              <a:defRPr sz="1800"/>
            </a:pPr>
            <a:r>
              <a:t>Período analizado: 01/12/2025 - 04/05/2026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155 días de consumo hídrico revela patrones críticos y detección de fuga significativa. Se registró un pico de consumo el 08/03/2026 (2.338,2 m³), un 207,1% por encima del promedio. Se detectaron 121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118.007,9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761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2.338,2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38.305,6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(32,5%)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154 días consumo Noc. de 155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79.893,2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(67,7%)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$47.767.025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$99.626.765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Fundo Zapallar, ordenado de mayor a menor consumo. El monitoreo con mayor consumo durante el período fue 'Estanque Inferior' con 38.776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Inferior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38.776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14.314 m³ (36,9%)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154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24.434 m³ (63%)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$17.849.500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$30.469.144</a:t>
            </a:r>
          </a:p>
        </p:txBody>
      </p:sp>
      <p:pic>
        <p:nvPicPr>
          <p:cNvPr id="23" name="Picture 22" descr="temp_consumo_horario_max_000027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ESVAL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24.380,5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8.863,3 m³ (36,4%)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149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15.515,1 m³ (63,6%)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$11.052.589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$19.347.326</a:t>
            </a:r>
          </a:p>
        </p:txBody>
      </p:sp>
      <p:pic>
        <p:nvPicPr>
          <p:cNvPr id="23" name="Picture 22" descr="temp_consumo_horario_max_000027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Etapa N°5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23.270,4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5.632,6 m³ (24,2%)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119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17.838,2 m³ (76,7%)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$7.023.897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$22.244.177</a:t>
            </a:r>
          </a:p>
        </p:txBody>
      </p:sp>
      <p:pic>
        <p:nvPicPr>
          <p:cNvPr id="23" name="Picture 22" descr="temp_consumo_horario_max_000027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Etapa N°1 al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16.075,1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5.672,1 m³ (35,3%)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154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10.386 m³ (64,6%)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$7.073.159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$12.951.404</a:t>
            </a:r>
          </a:p>
        </p:txBody>
      </p:sp>
      <p:pic>
        <p:nvPicPr>
          <p:cNvPr id="23" name="Picture 22" descr="temp_consumo_horario_max_000027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Etapa N°2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7.766,4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1.928,3 m³ (24,8%)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114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5.852,5 m³ (75,4%)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$2.404.541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$7.298.104</a:t>
            </a:r>
          </a:p>
        </p:txBody>
      </p:sp>
      <p:pic>
        <p:nvPicPr>
          <p:cNvPr id="23" name="Picture 22" descr="temp_consumo_horario_max_000027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Etapa N°1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4.838,6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1.279,2 m³ (26,4%)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139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3.568,9 m³ (73,8%)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$1.595.126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$4.450.379</a:t>
            </a:r>
          </a:p>
        </p:txBody>
      </p:sp>
      <p:pic>
        <p:nvPicPr>
          <p:cNvPr id="23" name="Picture 22" descr="temp_consumo_horario_max_000027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Etapa N°3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2.385,3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467,1 m³ (19,6%)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139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1.932,4 m³ (81%)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$582.471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$2.409.668</a:t>
            </a:r>
          </a:p>
        </p:txBody>
      </p:sp>
      <p:pic>
        <p:nvPicPr>
          <p:cNvPr id="23" name="Picture 22" descr="temp_consumo_horario_max_000027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Riego Llenado de Estanque ESVAL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7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7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515,6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149 m³ (28,9%)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103 días de 155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366,1 m³ (71%)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$185.742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$456.563</a:t>
            </a:r>
          </a:p>
        </p:txBody>
      </p:sp>
      <p:pic>
        <p:nvPicPr>
          <p:cNvPr id="23" name="Picture 22" descr="temp_consumo_horario_max_000027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7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