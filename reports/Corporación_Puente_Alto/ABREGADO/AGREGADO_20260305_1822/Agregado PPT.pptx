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bmp" ContentType="image/bmp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rque arauco fon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931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Parque Arauco Corporación Puente Alto</a:t>
            </a:r>
          </a:p>
          <a:p>
            <a:pPr algn="ctr">
              <a:defRPr sz="1800"/>
            </a:pPr>
            <a:r>
              <a:t>Período analizado: 01/02/2026 - 28/02/2026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Análisis de Consumo Hídrico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2004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400"/>
              </a:spcAft>
              <a:defRPr sz="1300">
                <a:solidFill>
                  <a:srgbClr val="0000FF"/>
                </a:solidFill>
              </a:defRPr>
            </a:pPr>
            <a:r>
              <a:t>Análisis de 28 días de consumo hídrico revela patrones críticos y detección de fuga significativa. Se registró un pico de consumo el 13/02/2026 (1.161,5 m³), un 420,4% por encima del promedio. Se detectaron 165 alertas de consumo nocturno, indicando actividad hídrica anómala. Se recomienda realizar una inspección exhaustiva para localizar la fuente de la filtración.</a:t>
            </a:r>
          </a:p>
        </p:txBody>
      </p:sp>
      <p:pic>
        <p:nvPicPr>
          <p:cNvPr id="6" name="Picture 5" descr="temp_anillo_consu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17520"/>
            <a:ext cx="32004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Métricas Críticas - Agregado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Total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6.250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294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Promedio Diario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223 m³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Día Mayor Consumo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1.161,5 m³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294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Alertas Nocturnas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165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875,2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(14%)</a:t>
            </a:r>
          </a:p>
          <a:p>
            <a:pPr>
              <a:defRPr sz="700">
                <a:solidFill>
                  <a:srgbClr val="505050"/>
                </a:solidFill>
              </a:defRPr>
            </a:pPr>
            <a:r>
              <a:t>28 días consumo Noc. de 28 días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294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2.117,9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(33,9%)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63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$1.050.216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294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$2.541.504</a:t>
            </a:r>
          </a:p>
        </p:txBody>
      </p:sp>
      <p:pic>
        <p:nvPicPr>
          <p:cNvPr id="32" name="Picture 31" descr="temp_consumo_nocturno_punt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4663440"/>
            <a:ext cx="310896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FF"/>
                </a:solidFill>
              </a:defRPr>
            </a:pPr>
            <a:r>
              <a:t>Ranking de Consumo</a:t>
            </a:r>
          </a:p>
        </p:txBody>
      </p:sp>
      <p:pic>
        <p:nvPicPr>
          <p:cNvPr id="4" name="Picture 3" descr="temp_ranking_no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88720"/>
            <a:ext cx="731520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12064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/>
            </a:pPr>
            <a:r>
              <a:t>Análisis: Este gráfico muestra el ranking de consumo total de cada monitoreo de Parque Arauco Corporación Puente Alto, ordenado de mayor a menor consumo. El monitoreo con mayor consumo durante el período fue 'Esc. Nonato Coo' con 1.930,3 m³. Este ranking permite identificar los puntos de mayor consumo y priorizar acciones de optimización.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Esc. Nonato Coo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10-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10-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1.930,3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0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0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pic>
        <p:nvPicPr>
          <p:cNvPr id="23" name="Picture 22" descr="temp_consumo_horario_max_000010-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10-1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Esc. Villa Independencia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10-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10-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1.200,7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0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0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pic>
        <p:nvPicPr>
          <p:cNvPr id="23" name="Picture 22" descr="temp_consumo_horario_max_000010-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10-0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Esc. Padre Hurtado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10-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10-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709,7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0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0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pic>
        <p:nvPicPr>
          <p:cNvPr id="23" name="Picture 22" descr="temp_consumo_horario_max_000010-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10-0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Liceo Chiloé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10-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10-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560,2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0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0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pic>
        <p:nvPicPr>
          <p:cNvPr id="23" name="Picture 22" descr="temp_consumo_horario_max_000010-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10-0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Esc. Los Andes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10-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10-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468,6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0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0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pic>
        <p:nvPicPr>
          <p:cNvPr id="23" name="Picture 22" descr="temp_consumo_horario_max_000010-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10-0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Esc. Luis Matte Larraín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10-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10-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334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0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0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pic>
        <p:nvPicPr>
          <p:cNvPr id="23" name="Picture 22" descr="temp_consumo_horario_max_000010-0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10-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Consolidada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10-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10-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285,7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0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0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pic>
        <p:nvPicPr>
          <p:cNvPr id="23" name="Picture 22" descr="temp_consumo_horario_max_000010-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10-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Escuela Andes del SUR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10-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10-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271,1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0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0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pic>
        <p:nvPicPr>
          <p:cNvPr id="23" name="Picture 22" descr="temp_consumo_horario_max_000010-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10-0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Colegio Maipo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10-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10-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206,3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0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0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pic>
        <p:nvPicPr>
          <p:cNvPr id="23" name="Picture 22" descr="temp_consumo_horario_max_000010-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10-0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Esc. Gabriela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10-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10-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147,4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0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0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pic>
        <p:nvPicPr>
          <p:cNvPr id="23" name="Picture 22" descr="temp_consumo_horario_max_000010-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10-0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Esc. Juan Mackenna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10-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10-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135,9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0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0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pic>
        <p:nvPicPr>
          <p:cNvPr id="23" name="Picture 22" descr="temp_consumo_horario_max_000010-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10-0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