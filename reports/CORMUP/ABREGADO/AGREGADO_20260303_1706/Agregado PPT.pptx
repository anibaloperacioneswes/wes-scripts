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2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28 días de consumo hídrico revela patrones críticos y detección de fuga significativa. Se registró un pico de consumo el 28/02/2026 (127 m³), un 3,3% por encima del promedio. Se detectaron 157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3.442,9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123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127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157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333,8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(9,7%)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27 días consumo Noc. de 28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3.109,1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(90,3%)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$416.249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$3.877.073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CORMUP, ordenado de mayor a menor consumo. El monitoreo con mayor consumo durante el período fue 'Unión Nacional Árabe' con 892,7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Unión Nacional Árabe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8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8-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892,7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0,7 m³ (0,1%)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892 m³ (99,9%)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$823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$1.112.374</a:t>
            </a:r>
          </a:p>
        </p:txBody>
      </p:sp>
      <p:pic>
        <p:nvPicPr>
          <p:cNvPr id="23" name="Picture 22" descr="temp_consumo_horario_max_000008-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8-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Luis Arrieta Caña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8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8-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882,3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55,4 m³ (6,3%)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826,9 m³ (93,7%)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$69.084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$1.031.144</a:t>
            </a:r>
          </a:p>
        </p:txBody>
      </p:sp>
      <p:pic>
        <p:nvPicPr>
          <p:cNvPr id="23" name="Picture 22" descr="temp_consumo_horario_max_000008-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8-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Lic. Antonio Hermida 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8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8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444,3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113,1 m³ (25,5%)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331,2 m³ (74,5%)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$141.036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$413.006</a:t>
            </a:r>
          </a:p>
        </p:txBody>
      </p:sp>
      <p:pic>
        <p:nvPicPr>
          <p:cNvPr id="23" name="Picture 22" descr="temp_consumo_horario_max_000008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8-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Matilde Huici Navas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8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8-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330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86,7 m³ (26,3%)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243,3 m³ (73,7%)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$108.140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$303.395</a:t>
            </a:r>
          </a:p>
        </p:txBody>
      </p:sp>
      <p:pic>
        <p:nvPicPr>
          <p:cNvPr id="23" name="Picture 22" descr="temp_consumo_horario_max_000008-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8-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Juan Bautista Pasten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8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8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272,3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 m³ (2,9%)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6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264,3 m³ (97,1%)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$9.976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$329.582</a:t>
            </a:r>
          </a:p>
        </p:txBody>
      </p:sp>
      <p:pic>
        <p:nvPicPr>
          <p:cNvPr id="23" name="Picture 22" descr="temp_consumo_horario_max_000008-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8-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Tobalaba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8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8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198,8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36,6 m³ (18,4%)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162,2 m³ (81,6%)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$45.640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$202.263</a:t>
            </a:r>
          </a:p>
        </p:txBody>
      </p:sp>
      <p:pic>
        <p:nvPicPr>
          <p:cNvPr id="23" name="Picture 22" descr="temp_consumo_horario_max_000008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8-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Juan Pablo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8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8-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128,7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7,9 m³ (6,1%)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4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120,8 m³ (93,9%)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$9.851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$150.687</a:t>
            </a:r>
          </a:p>
        </p:txBody>
      </p:sp>
      <p:pic>
        <p:nvPicPr>
          <p:cNvPr id="23" name="Picture 22" descr="temp_consumo_horario_max_000008-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8-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Carlos Fernandez P.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8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8-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79,6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 m³ (10%)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71,7 m³ (90%)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$9.926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$89.360</a:t>
            </a:r>
          </a:p>
        </p:txBody>
      </p:sp>
      <p:pic>
        <p:nvPicPr>
          <p:cNvPr id="23" name="Picture 22" descr="temp_consumo_horario_max_000008-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8-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Erasmo Escala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8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8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65,5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6,3 m³ (9,6%)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59,2 m³ (90,4%)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$7.856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$73.785</a:t>
            </a:r>
          </a:p>
        </p:txBody>
      </p:sp>
      <p:pic>
        <p:nvPicPr>
          <p:cNvPr id="23" name="Picture 22" descr="temp_consumo_horario_max_000008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8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Santa Maria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8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8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61,8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 m³ (4,9%)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25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58,8 m³ (95,1%)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$3.766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$73.274</a:t>
            </a:r>
          </a:p>
        </p:txBody>
      </p:sp>
      <p:pic>
        <p:nvPicPr>
          <p:cNvPr id="23" name="Picture 22" descr="temp_consumo_horario_max_000008-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8-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CE Valle Hermoso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8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8-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43,4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1,2 m³ (2,7%)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4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42,3 m³ (97,3%)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$1.447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$52.711</a:t>
            </a:r>
          </a:p>
        </p:txBody>
      </p:sp>
      <p:pic>
        <p:nvPicPr>
          <p:cNvPr id="23" name="Picture 22" descr="temp_consumo_horario_max_000008-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8-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Alicura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8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8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22,6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3,3 m³ (14,8%)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19,3 m³ (85,2%)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$4.165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$24.067</a:t>
            </a:r>
          </a:p>
        </p:txBody>
      </p:sp>
      <p:pic>
        <p:nvPicPr>
          <p:cNvPr id="23" name="Picture 22" descr="temp_consumo_horario_max_000008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8-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Likankura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8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8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10,9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3,6 m³ (33,4%)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7,3 m³ (66,6%)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$4.539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$9.053</a:t>
            </a:r>
          </a:p>
        </p:txBody>
      </p:sp>
      <p:pic>
        <p:nvPicPr>
          <p:cNvPr id="23" name="Picture 22" descr="temp_consumo_horario_max_000008-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8-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Eduardo de la Barra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08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8-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9,9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9,9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$12.370</a:t>
            </a:r>
          </a:p>
        </p:txBody>
      </p:sp>
      <p:pic>
        <p:nvPicPr>
          <p:cNvPr id="23" name="Picture 22" descr="temp_consumo_horario_max_000008-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8-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735</Words>
  <Application>Microsoft Office PowerPoint</Application>
  <PresentationFormat>Presentación en pantalla (4:3)</PresentationFormat>
  <Paragraphs>220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joseotarola@wes.cl</cp:lastModifiedBy>
  <cp:revision>2</cp:revision>
  <dcterms:created xsi:type="dcterms:W3CDTF">2013-01-27T09:14:16Z</dcterms:created>
  <dcterms:modified xsi:type="dcterms:W3CDTF">2026-03-03T18:02:11Z</dcterms:modified>
  <cp:category/>
</cp:coreProperties>
</file>